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8" r:id="rId2"/>
  </p:sldIdLst>
  <p:sldSz cx="13320713" cy="5867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31" d="100"/>
          <a:sy n="131" d="100"/>
        </p:scale>
        <p:origin x="138" y="1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65089" y="960244"/>
            <a:ext cx="9990535" cy="2042724"/>
          </a:xfrm>
        </p:spPr>
        <p:txBody>
          <a:bodyPr anchor="b"/>
          <a:lstStyle>
            <a:lvl1pPr algn="ctr">
              <a:defRPr sz="513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65089" y="3081744"/>
            <a:ext cx="9990535" cy="1416596"/>
          </a:xfrm>
        </p:spPr>
        <p:txBody>
          <a:bodyPr/>
          <a:lstStyle>
            <a:lvl1pPr marL="0" indent="0" algn="ctr">
              <a:buNone/>
              <a:defRPr sz="2053"/>
            </a:lvl1pPr>
            <a:lvl2pPr marL="391180" indent="0" algn="ctr">
              <a:buNone/>
              <a:defRPr sz="1711"/>
            </a:lvl2pPr>
            <a:lvl3pPr marL="782361" indent="0" algn="ctr">
              <a:buNone/>
              <a:defRPr sz="1540"/>
            </a:lvl3pPr>
            <a:lvl4pPr marL="1173541" indent="0" algn="ctr">
              <a:buNone/>
              <a:defRPr sz="1369"/>
            </a:lvl4pPr>
            <a:lvl5pPr marL="1564721" indent="0" algn="ctr">
              <a:buNone/>
              <a:defRPr sz="1369"/>
            </a:lvl5pPr>
            <a:lvl6pPr marL="1955902" indent="0" algn="ctr">
              <a:buNone/>
              <a:defRPr sz="1369"/>
            </a:lvl6pPr>
            <a:lvl7pPr marL="2347082" indent="0" algn="ctr">
              <a:buNone/>
              <a:defRPr sz="1369"/>
            </a:lvl7pPr>
            <a:lvl8pPr marL="2738262" indent="0" algn="ctr">
              <a:buNone/>
              <a:defRPr sz="1369"/>
            </a:lvl8pPr>
            <a:lvl9pPr marL="3129443" indent="0" algn="ctr">
              <a:buNone/>
              <a:defRPr sz="1369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BA775-1109-425B-80AF-B965658F7B6F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A3330-7E91-4600-ADDF-97563BF01D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7480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BA775-1109-425B-80AF-B965658F7B6F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A3330-7E91-4600-ADDF-97563BF01D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6279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8861" y="1462776"/>
            <a:ext cx="11489115" cy="2440675"/>
          </a:xfrm>
        </p:spPr>
        <p:txBody>
          <a:bodyPr anchor="b"/>
          <a:lstStyle>
            <a:lvl1pPr>
              <a:defRPr sz="513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8861" y="3926541"/>
            <a:ext cx="11489115" cy="1283493"/>
          </a:xfrm>
        </p:spPr>
        <p:txBody>
          <a:bodyPr/>
          <a:lstStyle>
            <a:lvl1pPr marL="0" indent="0">
              <a:buNone/>
              <a:defRPr sz="2053">
                <a:solidFill>
                  <a:schemeClr val="tx1">
                    <a:tint val="75000"/>
                  </a:schemeClr>
                </a:solidFill>
              </a:defRPr>
            </a:lvl1pPr>
            <a:lvl2pPr marL="391180" indent="0">
              <a:buNone/>
              <a:defRPr sz="1711">
                <a:solidFill>
                  <a:schemeClr val="tx1">
                    <a:tint val="75000"/>
                  </a:schemeClr>
                </a:solidFill>
              </a:defRPr>
            </a:lvl2pPr>
            <a:lvl3pPr marL="782361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3pPr>
            <a:lvl4pPr marL="1173541" indent="0">
              <a:buNone/>
              <a:defRPr sz="1369">
                <a:solidFill>
                  <a:schemeClr val="tx1">
                    <a:tint val="75000"/>
                  </a:schemeClr>
                </a:solidFill>
              </a:defRPr>
            </a:lvl4pPr>
            <a:lvl5pPr marL="1564721" indent="0">
              <a:buNone/>
              <a:defRPr sz="1369">
                <a:solidFill>
                  <a:schemeClr val="tx1">
                    <a:tint val="75000"/>
                  </a:schemeClr>
                </a:solidFill>
              </a:defRPr>
            </a:lvl5pPr>
            <a:lvl6pPr marL="1955902" indent="0">
              <a:buNone/>
              <a:defRPr sz="1369">
                <a:solidFill>
                  <a:schemeClr val="tx1">
                    <a:tint val="75000"/>
                  </a:schemeClr>
                </a:solidFill>
              </a:defRPr>
            </a:lvl6pPr>
            <a:lvl7pPr marL="2347082" indent="0">
              <a:buNone/>
              <a:defRPr sz="1369">
                <a:solidFill>
                  <a:schemeClr val="tx1">
                    <a:tint val="75000"/>
                  </a:schemeClr>
                </a:solidFill>
              </a:defRPr>
            </a:lvl7pPr>
            <a:lvl8pPr marL="2738262" indent="0">
              <a:buNone/>
              <a:defRPr sz="1369">
                <a:solidFill>
                  <a:schemeClr val="tx1">
                    <a:tint val="75000"/>
                  </a:schemeClr>
                </a:solidFill>
              </a:defRPr>
            </a:lvl8pPr>
            <a:lvl9pPr marL="3129443" indent="0">
              <a:buNone/>
              <a:defRPr sz="13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BA775-1109-425B-80AF-B965658F7B6F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A3330-7E91-4600-ADDF-97563BF01D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7398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5799" y="1561924"/>
            <a:ext cx="5661303" cy="372281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43611" y="1561924"/>
            <a:ext cx="5661303" cy="372281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BA775-1109-425B-80AF-B965658F7B6F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A3330-7E91-4600-ADDF-97563BF01D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789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534" y="312385"/>
            <a:ext cx="11489115" cy="113409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7535" y="1438329"/>
            <a:ext cx="5635285" cy="704902"/>
          </a:xfrm>
        </p:spPr>
        <p:txBody>
          <a:bodyPr anchor="b"/>
          <a:lstStyle>
            <a:lvl1pPr marL="0" indent="0">
              <a:buNone/>
              <a:defRPr sz="2053" b="1"/>
            </a:lvl1pPr>
            <a:lvl2pPr marL="391180" indent="0">
              <a:buNone/>
              <a:defRPr sz="1711" b="1"/>
            </a:lvl2pPr>
            <a:lvl3pPr marL="782361" indent="0">
              <a:buNone/>
              <a:defRPr sz="1540" b="1"/>
            </a:lvl3pPr>
            <a:lvl4pPr marL="1173541" indent="0">
              <a:buNone/>
              <a:defRPr sz="1369" b="1"/>
            </a:lvl4pPr>
            <a:lvl5pPr marL="1564721" indent="0">
              <a:buNone/>
              <a:defRPr sz="1369" b="1"/>
            </a:lvl5pPr>
            <a:lvl6pPr marL="1955902" indent="0">
              <a:buNone/>
              <a:defRPr sz="1369" b="1"/>
            </a:lvl6pPr>
            <a:lvl7pPr marL="2347082" indent="0">
              <a:buNone/>
              <a:defRPr sz="1369" b="1"/>
            </a:lvl7pPr>
            <a:lvl8pPr marL="2738262" indent="0">
              <a:buNone/>
              <a:defRPr sz="1369" b="1"/>
            </a:lvl8pPr>
            <a:lvl9pPr marL="3129443" indent="0">
              <a:buNone/>
              <a:defRPr sz="1369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7535" y="2143231"/>
            <a:ext cx="5635285" cy="315237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743611" y="1438329"/>
            <a:ext cx="5663038" cy="704902"/>
          </a:xfrm>
        </p:spPr>
        <p:txBody>
          <a:bodyPr anchor="b"/>
          <a:lstStyle>
            <a:lvl1pPr marL="0" indent="0">
              <a:buNone/>
              <a:defRPr sz="2053" b="1"/>
            </a:lvl1pPr>
            <a:lvl2pPr marL="391180" indent="0">
              <a:buNone/>
              <a:defRPr sz="1711" b="1"/>
            </a:lvl2pPr>
            <a:lvl3pPr marL="782361" indent="0">
              <a:buNone/>
              <a:defRPr sz="1540" b="1"/>
            </a:lvl3pPr>
            <a:lvl4pPr marL="1173541" indent="0">
              <a:buNone/>
              <a:defRPr sz="1369" b="1"/>
            </a:lvl4pPr>
            <a:lvl5pPr marL="1564721" indent="0">
              <a:buNone/>
              <a:defRPr sz="1369" b="1"/>
            </a:lvl5pPr>
            <a:lvl6pPr marL="1955902" indent="0">
              <a:buNone/>
              <a:defRPr sz="1369" b="1"/>
            </a:lvl6pPr>
            <a:lvl7pPr marL="2347082" indent="0">
              <a:buNone/>
              <a:defRPr sz="1369" b="1"/>
            </a:lvl7pPr>
            <a:lvl8pPr marL="2738262" indent="0">
              <a:buNone/>
              <a:defRPr sz="1369" b="1"/>
            </a:lvl8pPr>
            <a:lvl9pPr marL="3129443" indent="0">
              <a:buNone/>
              <a:defRPr sz="1369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743611" y="2143231"/>
            <a:ext cx="5663038" cy="315237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BA775-1109-425B-80AF-B965658F7B6F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A3330-7E91-4600-ADDF-97563BF01D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4366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BA775-1109-425B-80AF-B965658F7B6F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A3330-7E91-4600-ADDF-97563BF01D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4786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BA775-1109-425B-80AF-B965658F7B6F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A3330-7E91-4600-ADDF-97563BF01D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4978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535" y="391160"/>
            <a:ext cx="4296276" cy="1369060"/>
          </a:xfrm>
        </p:spPr>
        <p:txBody>
          <a:bodyPr anchor="b"/>
          <a:lstStyle>
            <a:lvl1pPr>
              <a:defRPr sz="273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63038" y="844797"/>
            <a:ext cx="6743611" cy="4169657"/>
          </a:xfrm>
        </p:spPr>
        <p:txBody>
          <a:bodyPr/>
          <a:lstStyle>
            <a:lvl1pPr>
              <a:defRPr sz="2738"/>
            </a:lvl1pPr>
            <a:lvl2pPr>
              <a:defRPr sz="2396"/>
            </a:lvl2pPr>
            <a:lvl3pPr>
              <a:defRPr sz="2053"/>
            </a:lvl3pPr>
            <a:lvl4pPr>
              <a:defRPr sz="1711"/>
            </a:lvl4pPr>
            <a:lvl5pPr>
              <a:defRPr sz="1711"/>
            </a:lvl5pPr>
            <a:lvl6pPr>
              <a:defRPr sz="1711"/>
            </a:lvl6pPr>
            <a:lvl7pPr>
              <a:defRPr sz="1711"/>
            </a:lvl7pPr>
            <a:lvl8pPr>
              <a:defRPr sz="1711"/>
            </a:lvl8pPr>
            <a:lvl9pPr>
              <a:defRPr sz="1711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535" y="1760220"/>
            <a:ext cx="4296276" cy="3261025"/>
          </a:xfrm>
        </p:spPr>
        <p:txBody>
          <a:bodyPr/>
          <a:lstStyle>
            <a:lvl1pPr marL="0" indent="0">
              <a:buNone/>
              <a:defRPr sz="1369"/>
            </a:lvl1pPr>
            <a:lvl2pPr marL="391180" indent="0">
              <a:buNone/>
              <a:defRPr sz="1198"/>
            </a:lvl2pPr>
            <a:lvl3pPr marL="782361" indent="0">
              <a:buNone/>
              <a:defRPr sz="1027"/>
            </a:lvl3pPr>
            <a:lvl4pPr marL="1173541" indent="0">
              <a:buNone/>
              <a:defRPr sz="856"/>
            </a:lvl4pPr>
            <a:lvl5pPr marL="1564721" indent="0">
              <a:buNone/>
              <a:defRPr sz="856"/>
            </a:lvl5pPr>
            <a:lvl6pPr marL="1955902" indent="0">
              <a:buNone/>
              <a:defRPr sz="856"/>
            </a:lvl6pPr>
            <a:lvl7pPr marL="2347082" indent="0">
              <a:buNone/>
              <a:defRPr sz="856"/>
            </a:lvl7pPr>
            <a:lvl8pPr marL="2738262" indent="0">
              <a:buNone/>
              <a:defRPr sz="856"/>
            </a:lvl8pPr>
            <a:lvl9pPr marL="3129443" indent="0">
              <a:buNone/>
              <a:defRPr sz="856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BA775-1109-425B-80AF-B965658F7B6F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A3330-7E91-4600-ADDF-97563BF01D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5662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535" y="391160"/>
            <a:ext cx="4296276" cy="1369060"/>
          </a:xfrm>
        </p:spPr>
        <p:txBody>
          <a:bodyPr anchor="b"/>
          <a:lstStyle>
            <a:lvl1pPr>
              <a:defRPr sz="273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63038" y="844797"/>
            <a:ext cx="6743611" cy="4169657"/>
          </a:xfrm>
        </p:spPr>
        <p:txBody>
          <a:bodyPr anchor="t"/>
          <a:lstStyle>
            <a:lvl1pPr marL="0" indent="0">
              <a:buNone/>
              <a:defRPr sz="2738"/>
            </a:lvl1pPr>
            <a:lvl2pPr marL="391180" indent="0">
              <a:buNone/>
              <a:defRPr sz="2396"/>
            </a:lvl2pPr>
            <a:lvl3pPr marL="782361" indent="0">
              <a:buNone/>
              <a:defRPr sz="2053"/>
            </a:lvl3pPr>
            <a:lvl4pPr marL="1173541" indent="0">
              <a:buNone/>
              <a:defRPr sz="1711"/>
            </a:lvl4pPr>
            <a:lvl5pPr marL="1564721" indent="0">
              <a:buNone/>
              <a:defRPr sz="1711"/>
            </a:lvl5pPr>
            <a:lvl6pPr marL="1955902" indent="0">
              <a:buNone/>
              <a:defRPr sz="1711"/>
            </a:lvl6pPr>
            <a:lvl7pPr marL="2347082" indent="0">
              <a:buNone/>
              <a:defRPr sz="1711"/>
            </a:lvl7pPr>
            <a:lvl8pPr marL="2738262" indent="0">
              <a:buNone/>
              <a:defRPr sz="1711"/>
            </a:lvl8pPr>
            <a:lvl9pPr marL="3129443" indent="0">
              <a:buNone/>
              <a:defRPr sz="1711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535" y="1760220"/>
            <a:ext cx="4296276" cy="3261025"/>
          </a:xfrm>
        </p:spPr>
        <p:txBody>
          <a:bodyPr/>
          <a:lstStyle>
            <a:lvl1pPr marL="0" indent="0">
              <a:buNone/>
              <a:defRPr sz="1369"/>
            </a:lvl1pPr>
            <a:lvl2pPr marL="391180" indent="0">
              <a:buNone/>
              <a:defRPr sz="1198"/>
            </a:lvl2pPr>
            <a:lvl3pPr marL="782361" indent="0">
              <a:buNone/>
              <a:defRPr sz="1027"/>
            </a:lvl3pPr>
            <a:lvl4pPr marL="1173541" indent="0">
              <a:buNone/>
              <a:defRPr sz="856"/>
            </a:lvl4pPr>
            <a:lvl5pPr marL="1564721" indent="0">
              <a:buNone/>
              <a:defRPr sz="856"/>
            </a:lvl5pPr>
            <a:lvl6pPr marL="1955902" indent="0">
              <a:buNone/>
              <a:defRPr sz="856"/>
            </a:lvl6pPr>
            <a:lvl7pPr marL="2347082" indent="0">
              <a:buNone/>
              <a:defRPr sz="856"/>
            </a:lvl7pPr>
            <a:lvl8pPr marL="2738262" indent="0">
              <a:buNone/>
              <a:defRPr sz="856"/>
            </a:lvl8pPr>
            <a:lvl9pPr marL="3129443" indent="0">
              <a:buNone/>
              <a:defRPr sz="856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BA775-1109-425B-80AF-B965658F7B6F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A3330-7E91-4600-ADDF-97563BF01D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6253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BA775-1109-425B-80AF-B965658F7B6F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A3330-7E91-4600-ADDF-97563BF01D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7172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32635" y="312385"/>
            <a:ext cx="2872279" cy="497235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5799" y="312385"/>
            <a:ext cx="8450327" cy="49723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BA775-1109-425B-80AF-B965658F7B6F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A3330-7E91-4600-ADDF-97563BF01D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5255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5799" y="312385"/>
            <a:ext cx="11489115" cy="1134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799" y="1561924"/>
            <a:ext cx="11489115" cy="3722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5799" y="5438211"/>
            <a:ext cx="2997160" cy="3123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BBA775-1109-425B-80AF-B965658F7B6F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12486" y="5438211"/>
            <a:ext cx="4495741" cy="3123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07754" y="5438211"/>
            <a:ext cx="2997160" cy="3123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9A3330-7E91-4600-ADDF-97563BF01D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254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82361" rtl="0" eaLnBrk="1" latinLnBrk="0" hangingPunct="1">
        <a:lnSpc>
          <a:spcPct val="90000"/>
        </a:lnSpc>
        <a:spcBef>
          <a:spcPct val="0"/>
        </a:spcBef>
        <a:buNone/>
        <a:defRPr sz="37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5590" indent="-195590" algn="l" defTabSz="782361" rtl="0" eaLnBrk="1" latinLnBrk="0" hangingPunct="1">
        <a:lnSpc>
          <a:spcPct val="90000"/>
        </a:lnSpc>
        <a:spcBef>
          <a:spcPts val="856"/>
        </a:spcBef>
        <a:buFont typeface="Arial" panose="020B0604020202020204" pitchFamily="34" charset="0"/>
        <a:buChar char="•"/>
        <a:defRPr sz="2396" kern="1200">
          <a:solidFill>
            <a:schemeClr val="tx1"/>
          </a:solidFill>
          <a:latin typeface="+mn-lt"/>
          <a:ea typeface="+mn-ea"/>
          <a:cs typeface="+mn-cs"/>
        </a:defRPr>
      </a:lvl1pPr>
      <a:lvl2pPr marL="586770" indent="-195590" algn="l" defTabSz="782361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2pPr>
      <a:lvl3pPr marL="977951" indent="-195590" algn="l" defTabSz="782361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3pPr>
      <a:lvl4pPr marL="1369131" indent="-195590" algn="l" defTabSz="782361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40" kern="1200">
          <a:solidFill>
            <a:schemeClr val="tx1"/>
          </a:solidFill>
          <a:latin typeface="+mn-lt"/>
          <a:ea typeface="+mn-ea"/>
          <a:cs typeface="+mn-cs"/>
        </a:defRPr>
      </a:lvl4pPr>
      <a:lvl5pPr marL="1760311" indent="-195590" algn="l" defTabSz="782361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40" kern="1200">
          <a:solidFill>
            <a:schemeClr val="tx1"/>
          </a:solidFill>
          <a:latin typeface="+mn-lt"/>
          <a:ea typeface="+mn-ea"/>
          <a:cs typeface="+mn-cs"/>
        </a:defRPr>
      </a:lvl5pPr>
      <a:lvl6pPr marL="2151492" indent="-195590" algn="l" defTabSz="782361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40" kern="1200">
          <a:solidFill>
            <a:schemeClr val="tx1"/>
          </a:solidFill>
          <a:latin typeface="+mn-lt"/>
          <a:ea typeface="+mn-ea"/>
          <a:cs typeface="+mn-cs"/>
        </a:defRPr>
      </a:lvl6pPr>
      <a:lvl7pPr marL="2542672" indent="-195590" algn="l" defTabSz="782361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40" kern="1200">
          <a:solidFill>
            <a:schemeClr val="tx1"/>
          </a:solidFill>
          <a:latin typeface="+mn-lt"/>
          <a:ea typeface="+mn-ea"/>
          <a:cs typeface="+mn-cs"/>
        </a:defRPr>
      </a:lvl7pPr>
      <a:lvl8pPr marL="2933852" indent="-195590" algn="l" defTabSz="782361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40" kern="1200">
          <a:solidFill>
            <a:schemeClr val="tx1"/>
          </a:solidFill>
          <a:latin typeface="+mn-lt"/>
          <a:ea typeface="+mn-ea"/>
          <a:cs typeface="+mn-cs"/>
        </a:defRPr>
      </a:lvl8pPr>
      <a:lvl9pPr marL="3325033" indent="-195590" algn="l" defTabSz="782361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2361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1pPr>
      <a:lvl2pPr marL="391180" algn="l" defTabSz="782361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2pPr>
      <a:lvl3pPr marL="782361" algn="l" defTabSz="782361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3pPr>
      <a:lvl4pPr marL="1173541" algn="l" defTabSz="782361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4pPr>
      <a:lvl5pPr marL="1564721" algn="l" defTabSz="782361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5pPr>
      <a:lvl6pPr marL="1955902" algn="l" defTabSz="782361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6pPr>
      <a:lvl7pPr marL="2347082" algn="l" defTabSz="782361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7pPr>
      <a:lvl8pPr marL="2738262" algn="l" defTabSz="782361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8pPr>
      <a:lvl9pPr marL="3129443" algn="l" defTabSz="782361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microsoft.com/office/2007/relationships/hdphoto" Target="../media/hdphoto3.wdp"/><Relationship Id="rId3" Type="http://schemas.openxmlformats.org/officeDocument/2006/relationships/image" Target="../media/image2.png"/><Relationship Id="rId21" Type="http://schemas.microsoft.com/office/2007/relationships/hdphoto" Target="../media/hdphoto1.wdp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2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microsoft.com/office/2007/relationships/hdphoto" Target="../media/hdphoto2.wdp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1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0.png"/><Relationship Id="rId27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id="{6D7DBC87-9A06-4E7E-9C0D-93C9C999B561}"/>
              </a:ext>
            </a:extLst>
          </p:cNvPr>
          <p:cNvSpPr/>
          <p:nvPr/>
        </p:nvSpPr>
        <p:spPr>
          <a:xfrm>
            <a:off x="2546004" y="593408"/>
            <a:ext cx="7892012" cy="5200439"/>
          </a:xfrm>
          <a:prstGeom prst="roundRect">
            <a:avLst>
              <a:gd name="adj" fmla="val 1831"/>
            </a:avLst>
          </a:prstGeom>
          <a:gradFill>
            <a:gsLst>
              <a:gs pos="27000">
                <a:schemeClr val="accent2">
                  <a:lumMod val="20000"/>
                  <a:lumOff val="80000"/>
                </a:schemeClr>
              </a:gs>
              <a:gs pos="55000">
                <a:schemeClr val="accent4">
                  <a:lumMod val="40000"/>
                  <a:lumOff val="60000"/>
                </a:schemeClr>
              </a:gs>
              <a:gs pos="76000">
                <a:schemeClr val="accent4">
                  <a:lumMod val="20000"/>
                  <a:lumOff val="80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5400000" scaled="1"/>
          </a:gra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31EB6C55-0AAF-4B4E-BDA9-5078A00BA3C3}"/>
              </a:ext>
            </a:extLst>
          </p:cNvPr>
          <p:cNvSpPr/>
          <p:nvPr/>
        </p:nvSpPr>
        <p:spPr>
          <a:xfrm>
            <a:off x="31505" y="598440"/>
            <a:ext cx="2446073" cy="5204460"/>
          </a:xfrm>
          <a:prstGeom prst="roundRect">
            <a:avLst>
              <a:gd name="adj" fmla="val 3817"/>
            </a:avLst>
          </a:prstGeom>
          <a:solidFill>
            <a:srgbClr val="F0F0E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E88DF188-5076-4B89-856A-2D3B9175111E}"/>
              </a:ext>
            </a:extLst>
          </p:cNvPr>
          <p:cNvSpPr/>
          <p:nvPr/>
        </p:nvSpPr>
        <p:spPr>
          <a:xfrm>
            <a:off x="10505732" y="598440"/>
            <a:ext cx="2779700" cy="5204460"/>
          </a:xfrm>
          <a:prstGeom prst="roundRect">
            <a:avLst>
              <a:gd name="adj" fmla="val 5702"/>
            </a:avLst>
          </a:prstGeom>
          <a:solidFill>
            <a:srgbClr val="EDFBE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ECBBA166-50C5-4BA5-864E-2C2768F84643}"/>
              </a:ext>
            </a:extLst>
          </p:cNvPr>
          <p:cNvSpPr/>
          <p:nvPr/>
        </p:nvSpPr>
        <p:spPr>
          <a:xfrm>
            <a:off x="2760912" y="2654892"/>
            <a:ext cx="5791551" cy="305657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5C752948-44F4-44E0-A246-02E561CA2143}"/>
              </a:ext>
            </a:extLst>
          </p:cNvPr>
          <p:cNvSpPr/>
          <p:nvPr/>
        </p:nvSpPr>
        <p:spPr>
          <a:xfrm>
            <a:off x="2757002" y="779314"/>
            <a:ext cx="7262528" cy="1799105"/>
          </a:xfrm>
          <a:prstGeom prst="roundRect">
            <a:avLst/>
          </a:prstGeom>
          <a:solidFill>
            <a:srgbClr val="00B0F0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917C631-F598-4C15-8A19-196538367F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3131" y="1283013"/>
            <a:ext cx="638175" cy="60960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49B541B3-DA95-4A87-B584-8660CD7B90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3643" y="1257734"/>
            <a:ext cx="619125" cy="60960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CA8AFC57-A3DE-4706-8488-AB4BA53C49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3978" y="1283014"/>
            <a:ext cx="638174" cy="638174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93836341-EE14-4DE1-BF4C-BD909D18DC12}"/>
              </a:ext>
            </a:extLst>
          </p:cNvPr>
          <p:cNvSpPr txBox="1"/>
          <p:nvPr/>
        </p:nvSpPr>
        <p:spPr>
          <a:xfrm>
            <a:off x="4968492" y="2062713"/>
            <a:ext cx="1460656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1">
                <a:latin typeface="Times New Roman" panose="02020603050405020304" pitchFamily="18" charset="0"/>
                <a:cs typeface="Times New Roman" panose="02020603050405020304" pitchFamily="18" charset="0"/>
              </a:rPr>
              <a:t>Host machine</a:t>
            </a:r>
            <a:endParaRPr lang="zh-CN" altLang="en-US" sz="180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30FC68E-B188-408E-AE26-ABB07611E2F5}"/>
              </a:ext>
            </a:extLst>
          </p:cNvPr>
          <p:cNvSpPr txBox="1"/>
          <p:nvPr/>
        </p:nvSpPr>
        <p:spPr>
          <a:xfrm>
            <a:off x="8513534" y="2064787"/>
            <a:ext cx="1511952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1">
                <a:latin typeface="Times New Roman" panose="02020603050405020304" pitchFamily="18" charset="0"/>
                <a:cs typeface="Times New Roman" panose="02020603050405020304" pitchFamily="18" charset="0"/>
              </a:rPr>
              <a:t>Mobile device</a:t>
            </a:r>
            <a:endParaRPr lang="zh-CN" altLang="en-US" sz="180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A78CFE5-221A-4F60-BC37-E2FD6FA5EDC4}"/>
              </a:ext>
            </a:extLst>
          </p:cNvPr>
          <p:cNvSpPr txBox="1"/>
          <p:nvPr/>
        </p:nvSpPr>
        <p:spPr>
          <a:xfrm>
            <a:off x="6590789" y="1763580"/>
            <a:ext cx="1986441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1">
                <a:latin typeface="Times New Roman" panose="02020603050405020304" pitchFamily="18" charset="0"/>
                <a:cs typeface="Times New Roman" panose="02020603050405020304" pitchFamily="18" charset="0"/>
              </a:rPr>
              <a:t>Evaluation pipeline</a:t>
            </a:r>
            <a:endParaRPr lang="zh-CN" altLang="en-US" sz="180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5BDC150C-0FDF-484E-9D8D-40BCD83B2B66}"/>
              </a:ext>
            </a:extLst>
          </p:cNvPr>
          <p:cNvSpPr txBox="1"/>
          <p:nvPr/>
        </p:nvSpPr>
        <p:spPr>
          <a:xfrm>
            <a:off x="3204506" y="2073967"/>
            <a:ext cx="1005403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1">
                <a:latin typeface="Times New Roman" panose="02020603050405020304" pitchFamily="18" charset="0"/>
                <a:cs typeface="Times New Roman" panose="02020603050405020304" pitchFamily="18" charset="0"/>
              </a:rPr>
              <a:t>Operator</a:t>
            </a:r>
            <a:endParaRPr lang="zh-CN" altLang="en-US" sz="180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0AF4D8E1-2091-4D46-8AB7-9A92E35BB307}"/>
              </a:ext>
            </a:extLst>
          </p:cNvPr>
          <p:cNvSpPr txBox="1"/>
          <p:nvPr/>
        </p:nvSpPr>
        <p:spPr>
          <a:xfrm>
            <a:off x="6564636" y="1136963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register</a:t>
            </a:r>
            <a:endParaRPr lang="zh-CN" altLang="en-US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E987EA25-5EFB-4F88-8506-7DFFA826846F}"/>
              </a:ext>
            </a:extLst>
          </p:cNvPr>
          <p:cNvSpPr txBox="1"/>
          <p:nvPr/>
        </p:nvSpPr>
        <p:spPr>
          <a:xfrm>
            <a:off x="7245035" y="1136963"/>
            <a:ext cx="7633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compile</a:t>
            </a:r>
            <a:endParaRPr lang="zh-CN" altLang="en-US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175BB718-A455-43CE-A201-D5A3A3B2512B}"/>
              </a:ext>
            </a:extLst>
          </p:cNvPr>
          <p:cNvSpPr txBox="1"/>
          <p:nvPr/>
        </p:nvSpPr>
        <p:spPr>
          <a:xfrm>
            <a:off x="7918232" y="1136963"/>
            <a:ext cx="612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verify</a:t>
            </a:r>
            <a:endParaRPr lang="zh-CN" altLang="en-US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2" name="图片 41">
            <a:extLst>
              <a:ext uri="{FF2B5EF4-FFF2-40B4-BE49-F238E27FC236}">
                <a16:creationId xmlns:a16="http://schemas.microsoft.com/office/drawing/2014/main" id="{62795DC0-4067-45D9-A9B6-31A5F15FEA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181623">
            <a:off x="8757247" y="2633143"/>
            <a:ext cx="1034770" cy="1034770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268BD8E6-4288-4CD0-853C-A359DD4CB2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602142">
            <a:off x="2908542" y="2400278"/>
            <a:ext cx="1034770" cy="1034770"/>
          </a:xfrm>
          <a:prstGeom prst="rect">
            <a:avLst/>
          </a:prstGeom>
        </p:spPr>
      </p:pic>
      <p:sp>
        <p:nvSpPr>
          <p:cNvPr id="48" name="椭圆 47">
            <a:extLst>
              <a:ext uri="{FF2B5EF4-FFF2-40B4-BE49-F238E27FC236}">
                <a16:creationId xmlns:a16="http://schemas.microsoft.com/office/drawing/2014/main" id="{9635107E-9D80-40F4-8CF6-F0D4B140003A}"/>
              </a:ext>
            </a:extLst>
          </p:cNvPr>
          <p:cNvSpPr>
            <a:spLocks noChangeAspect="1"/>
          </p:cNvSpPr>
          <p:nvPr/>
        </p:nvSpPr>
        <p:spPr>
          <a:xfrm>
            <a:off x="5561724" y="4450000"/>
            <a:ext cx="755177" cy="755177"/>
          </a:xfrm>
          <a:prstGeom prst="ellipse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7" name="图片 46">
            <a:extLst>
              <a:ext uri="{FF2B5EF4-FFF2-40B4-BE49-F238E27FC236}">
                <a16:creationId xmlns:a16="http://schemas.microsoft.com/office/drawing/2014/main" id="{BFC14597-055C-425B-87A4-1FE8C01F68B4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3545" y="4593111"/>
            <a:ext cx="554400" cy="554400"/>
          </a:xfrm>
          <a:prstGeom prst="rect">
            <a:avLst/>
          </a:prstGeom>
        </p:spPr>
      </p:pic>
      <p:sp>
        <p:nvSpPr>
          <p:cNvPr id="50" name="椭圆 49">
            <a:extLst>
              <a:ext uri="{FF2B5EF4-FFF2-40B4-BE49-F238E27FC236}">
                <a16:creationId xmlns:a16="http://schemas.microsoft.com/office/drawing/2014/main" id="{FDA48EE7-DC34-4C5F-A192-E9A6592992B4}"/>
              </a:ext>
            </a:extLst>
          </p:cNvPr>
          <p:cNvSpPr>
            <a:spLocks noChangeAspect="1"/>
          </p:cNvSpPr>
          <p:nvPr/>
        </p:nvSpPr>
        <p:spPr>
          <a:xfrm>
            <a:off x="4488606" y="2929655"/>
            <a:ext cx="755177" cy="755177"/>
          </a:xfrm>
          <a:prstGeom prst="ellipse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椭圆 50">
            <a:extLst>
              <a:ext uri="{FF2B5EF4-FFF2-40B4-BE49-F238E27FC236}">
                <a16:creationId xmlns:a16="http://schemas.microsoft.com/office/drawing/2014/main" id="{3AA8D01F-57DD-4311-B58A-0CD3FDAF639C}"/>
              </a:ext>
            </a:extLst>
          </p:cNvPr>
          <p:cNvSpPr>
            <a:spLocks noChangeAspect="1"/>
          </p:cNvSpPr>
          <p:nvPr/>
        </p:nvSpPr>
        <p:spPr>
          <a:xfrm>
            <a:off x="6575872" y="2881726"/>
            <a:ext cx="755177" cy="755177"/>
          </a:xfrm>
          <a:prstGeom prst="ellipse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3" name="图片 52">
            <a:extLst>
              <a:ext uri="{FF2B5EF4-FFF2-40B4-BE49-F238E27FC236}">
                <a16:creationId xmlns:a16="http://schemas.microsoft.com/office/drawing/2014/main" id="{AD1D58AA-91FC-4FB6-B7F5-0EAA26FE616C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3022" y="3024407"/>
            <a:ext cx="540650" cy="540650"/>
          </a:xfrm>
          <a:prstGeom prst="rect">
            <a:avLst/>
          </a:prstGeom>
        </p:spPr>
      </p:pic>
      <p:pic>
        <p:nvPicPr>
          <p:cNvPr id="55" name="图片 54">
            <a:extLst>
              <a:ext uri="{FF2B5EF4-FFF2-40B4-BE49-F238E27FC236}">
                <a16:creationId xmlns:a16="http://schemas.microsoft.com/office/drawing/2014/main" id="{E5917775-D7C0-43DF-8BEA-FDF455E5F9F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0356" y="2994393"/>
            <a:ext cx="578087" cy="578087"/>
          </a:xfrm>
          <a:prstGeom prst="rect">
            <a:avLst/>
          </a:prstGeom>
        </p:spPr>
      </p:pic>
      <p:sp>
        <p:nvSpPr>
          <p:cNvPr id="57" name="文本框 56">
            <a:extLst>
              <a:ext uri="{FF2B5EF4-FFF2-40B4-BE49-F238E27FC236}">
                <a16:creationId xmlns:a16="http://schemas.microsoft.com/office/drawing/2014/main" id="{26BC822A-C842-454E-8A14-647D70F9D698}"/>
              </a:ext>
            </a:extLst>
          </p:cNvPr>
          <p:cNvSpPr txBox="1"/>
          <p:nvPr/>
        </p:nvSpPr>
        <p:spPr>
          <a:xfrm>
            <a:off x="7386205" y="2900222"/>
            <a:ext cx="112883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600" err="1">
                <a:latin typeface="Times New Roman" panose="02020603050405020304" pitchFamily="18" charset="0"/>
                <a:cs typeface="Times New Roman" panose="02020603050405020304" pitchFamily="18" charset="0"/>
              </a:rPr>
              <a:t>MoKA</a:t>
            </a:r>
            <a:endParaRPr lang="en-US" altLang="zh-CN" sz="2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2" name="图片 61">
            <a:extLst>
              <a:ext uri="{FF2B5EF4-FFF2-40B4-BE49-F238E27FC236}">
                <a16:creationId xmlns:a16="http://schemas.microsoft.com/office/drawing/2014/main" id="{84DA9386-F4EF-4CBF-905C-243D09E3346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591" y="4440092"/>
            <a:ext cx="397196" cy="397196"/>
          </a:xfrm>
          <a:prstGeom prst="rect">
            <a:avLst/>
          </a:prstGeom>
        </p:spPr>
      </p:pic>
      <p:pic>
        <p:nvPicPr>
          <p:cNvPr id="64" name="图片 63">
            <a:extLst>
              <a:ext uri="{FF2B5EF4-FFF2-40B4-BE49-F238E27FC236}">
                <a16:creationId xmlns:a16="http://schemas.microsoft.com/office/drawing/2014/main" id="{F31F4698-49D6-49F5-9243-2573F9C3C2B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0736" y="4470605"/>
            <a:ext cx="336181" cy="336181"/>
          </a:xfrm>
          <a:prstGeom prst="rect">
            <a:avLst/>
          </a:prstGeom>
        </p:spPr>
      </p:pic>
      <p:pic>
        <p:nvPicPr>
          <p:cNvPr id="66" name="图片 65">
            <a:extLst>
              <a:ext uri="{FF2B5EF4-FFF2-40B4-BE49-F238E27FC236}">
                <a16:creationId xmlns:a16="http://schemas.microsoft.com/office/drawing/2014/main" id="{412FE897-00DC-4A70-9ED3-087A99ACF3B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9601" y="3471712"/>
            <a:ext cx="336069" cy="336069"/>
          </a:xfrm>
          <a:prstGeom prst="rect">
            <a:avLst/>
          </a:prstGeom>
        </p:spPr>
      </p:pic>
      <p:sp>
        <p:nvSpPr>
          <p:cNvPr id="67" name="文本框 66">
            <a:extLst>
              <a:ext uri="{FF2B5EF4-FFF2-40B4-BE49-F238E27FC236}">
                <a16:creationId xmlns:a16="http://schemas.microsoft.com/office/drawing/2014/main" id="{F3FAFF7A-C187-4BA8-AE38-4B63C160BABC}"/>
              </a:ext>
            </a:extLst>
          </p:cNvPr>
          <p:cNvSpPr txBox="1"/>
          <p:nvPr/>
        </p:nvSpPr>
        <p:spPr>
          <a:xfrm>
            <a:off x="3418468" y="2968175"/>
            <a:ext cx="94288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Optimized</a:t>
            </a:r>
          </a:p>
          <a:p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</a:p>
          <a:p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Candidate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0DC5BA6D-157F-4650-AC5D-D0F417996005}"/>
              </a:ext>
            </a:extLst>
          </p:cNvPr>
          <p:cNvSpPr txBox="1"/>
          <p:nvPr/>
        </p:nvSpPr>
        <p:spPr>
          <a:xfrm>
            <a:off x="7151248" y="3661357"/>
            <a:ext cx="1326004" cy="6465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1">
                <a:latin typeface="Times New Roman" panose="02020603050405020304" pitchFamily="18" charset="0"/>
                <a:cs typeface="Times New Roman" panose="02020603050405020304" pitchFamily="18" charset="0"/>
              </a:rPr>
              <a:t>Accelerator:</a:t>
            </a:r>
          </a:p>
          <a:p>
            <a:pPr algn="ctr"/>
            <a:r>
              <a:rPr lang="en-US" altLang="zh-CN" sz="1801">
                <a:latin typeface="Times New Roman" panose="02020603050405020304" pitchFamily="18" charset="0"/>
                <a:cs typeface="Times New Roman" panose="02020603050405020304" pitchFamily="18" charset="0"/>
              </a:rPr>
              <a:t>optimize</a:t>
            </a:r>
            <a:endParaRPr lang="zh-CN" altLang="en-US" sz="180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3FCB2004-7F3C-4A98-8F79-F90F6E21F286}"/>
              </a:ext>
            </a:extLst>
          </p:cNvPr>
          <p:cNvSpPr txBox="1"/>
          <p:nvPr/>
        </p:nvSpPr>
        <p:spPr>
          <a:xfrm>
            <a:off x="4977064" y="5184755"/>
            <a:ext cx="2140330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1">
                <a:latin typeface="Times New Roman" panose="02020603050405020304" pitchFamily="18" charset="0"/>
                <a:cs typeface="Times New Roman" panose="02020603050405020304" pitchFamily="18" charset="0"/>
              </a:rPr>
              <a:t>Debugger: Diagnosis</a:t>
            </a:r>
            <a:endParaRPr lang="zh-CN" altLang="en-US" sz="180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F1432B40-1EED-4E63-9042-6CDA0725F9A3}"/>
              </a:ext>
            </a:extLst>
          </p:cNvPr>
          <p:cNvSpPr txBox="1"/>
          <p:nvPr/>
        </p:nvSpPr>
        <p:spPr>
          <a:xfrm>
            <a:off x="7090336" y="4807168"/>
            <a:ext cx="1383712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1">
                <a:latin typeface="Times New Roman" panose="02020603050405020304" pitchFamily="18" charset="0"/>
                <a:cs typeface="Times New Roman" panose="02020603050405020304" pitchFamily="18" charset="0"/>
              </a:rPr>
              <a:t>Parsing tools</a:t>
            </a:r>
            <a:endParaRPr lang="zh-CN" altLang="en-US" sz="180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982CC49D-7960-4E42-ADFA-BBDFE32095D3}"/>
              </a:ext>
            </a:extLst>
          </p:cNvPr>
          <p:cNvSpPr txBox="1"/>
          <p:nvPr/>
        </p:nvSpPr>
        <p:spPr>
          <a:xfrm>
            <a:off x="3149319" y="4796171"/>
            <a:ext cx="1665841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1">
                <a:latin typeface="Times New Roman" panose="02020603050405020304" pitchFamily="18" charset="0"/>
                <a:cs typeface="Times New Roman" panose="02020603050405020304" pitchFamily="18" charset="0"/>
              </a:rPr>
              <a:t>Retrieving tools</a:t>
            </a:r>
            <a:endParaRPr lang="zh-CN" altLang="en-US" sz="180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EC277FEF-77D4-4C96-B20D-AAC1BA4FC19C}"/>
              </a:ext>
            </a:extLst>
          </p:cNvPr>
          <p:cNvSpPr txBox="1"/>
          <p:nvPr/>
        </p:nvSpPr>
        <p:spPr>
          <a:xfrm>
            <a:off x="5510506" y="3815476"/>
            <a:ext cx="8640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endParaRPr lang="zh-CN" altLang="en-US" sz="180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6793D741-1331-48F6-A316-0959F150ACD1}"/>
              </a:ext>
            </a:extLst>
          </p:cNvPr>
          <p:cNvSpPr txBox="1"/>
          <p:nvPr/>
        </p:nvSpPr>
        <p:spPr>
          <a:xfrm>
            <a:off x="8828829" y="3792964"/>
            <a:ext cx="1643128" cy="1477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1">
                <a:latin typeface="Times New Roman" panose="02020603050405020304" pitchFamily="18" charset="0"/>
                <a:cs typeface="Times New Roman" panose="02020603050405020304" pitchFamily="18" charset="0"/>
              </a:rPr>
              <a:t>Real-word feedback</a:t>
            </a:r>
          </a:p>
          <a:p>
            <a:r>
              <a:rPr lang="en-US" altLang="zh-CN" sz="1801">
                <a:latin typeface="Times New Roman" panose="02020603050405020304" pitchFamily="18" charset="0"/>
                <a:cs typeface="Times New Roman" panose="02020603050405020304" pitchFamily="18" charset="0"/>
              </a:rPr>
              <a:t>(execution logs, performance metrics)</a:t>
            </a:r>
            <a:endParaRPr lang="zh-CN" altLang="en-US" sz="180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93DB1CB3-2C5B-4A0A-B132-152314AD9D38}"/>
              </a:ext>
            </a:extLst>
          </p:cNvPr>
          <p:cNvSpPr txBox="1"/>
          <p:nvPr/>
        </p:nvSpPr>
        <p:spPr>
          <a:xfrm>
            <a:off x="2802831" y="1166397"/>
            <a:ext cx="851515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1">
                <a:latin typeface="Times New Roman" panose="02020603050405020304" pitchFamily="18" charset="0"/>
                <a:cs typeface="Times New Roman" panose="02020603050405020304" pitchFamily="18" charset="0"/>
              </a:rPr>
              <a:t>ONNX</a:t>
            </a:r>
            <a:endParaRPr lang="zh-CN" altLang="en-US" sz="180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4A867D5D-3E28-40AB-9804-C422F4CC9742}"/>
              </a:ext>
            </a:extLst>
          </p:cNvPr>
          <p:cNvSpPr txBox="1"/>
          <p:nvPr/>
        </p:nvSpPr>
        <p:spPr>
          <a:xfrm>
            <a:off x="3109755" y="1543441"/>
            <a:ext cx="963597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1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endParaRPr lang="zh-CN" altLang="en-US" sz="180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0" name="图片 79">
            <a:extLst>
              <a:ext uri="{FF2B5EF4-FFF2-40B4-BE49-F238E27FC236}">
                <a16:creationId xmlns:a16="http://schemas.microsoft.com/office/drawing/2014/main" id="{8BA7AFEE-9592-40F4-81AF-CF99FE44C9C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5488" y="1185156"/>
            <a:ext cx="403339" cy="403339"/>
          </a:xfrm>
          <a:prstGeom prst="rect">
            <a:avLst/>
          </a:prstGeom>
        </p:spPr>
      </p:pic>
      <p:pic>
        <p:nvPicPr>
          <p:cNvPr id="82" name="图片 81">
            <a:extLst>
              <a:ext uri="{FF2B5EF4-FFF2-40B4-BE49-F238E27FC236}">
                <a16:creationId xmlns:a16="http://schemas.microsoft.com/office/drawing/2014/main" id="{AC4CBF53-24BB-42C4-8CB8-01782684071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2826" y="1534633"/>
            <a:ext cx="380918" cy="380918"/>
          </a:xfrm>
          <a:prstGeom prst="rect">
            <a:avLst/>
          </a:prstGeom>
        </p:spPr>
      </p:pic>
      <p:sp>
        <p:nvSpPr>
          <p:cNvPr id="83" name="矩形: 圆角 82">
            <a:extLst>
              <a:ext uri="{FF2B5EF4-FFF2-40B4-BE49-F238E27FC236}">
                <a16:creationId xmlns:a16="http://schemas.microsoft.com/office/drawing/2014/main" id="{00B7C654-F17B-4DAE-80BE-C49A871C2E5D}"/>
              </a:ext>
            </a:extLst>
          </p:cNvPr>
          <p:cNvSpPr/>
          <p:nvPr/>
        </p:nvSpPr>
        <p:spPr>
          <a:xfrm>
            <a:off x="2821148" y="1028836"/>
            <a:ext cx="1904701" cy="105627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87" name="矩形: 圆角 86">
            <a:extLst>
              <a:ext uri="{FF2B5EF4-FFF2-40B4-BE49-F238E27FC236}">
                <a16:creationId xmlns:a16="http://schemas.microsoft.com/office/drawing/2014/main" id="{ADB18668-5655-4021-A867-B35217C9DA9D}"/>
              </a:ext>
            </a:extLst>
          </p:cNvPr>
          <p:cNvSpPr/>
          <p:nvPr/>
        </p:nvSpPr>
        <p:spPr>
          <a:xfrm>
            <a:off x="6609368" y="1129171"/>
            <a:ext cx="1904701" cy="105627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3E70A85B-A8BB-4FBC-9DCC-05EB0419437A}"/>
              </a:ext>
            </a:extLst>
          </p:cNvPr>
          <p:cNvSpPr txBox="1"/>
          <p:nvPr/>
        </p:nvSpPr>
        <p:spPr>
          <a:xfrm>
            <a:off x="10832661" y="598446"/>
            <a:ext cx="1833964" cy="492443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2600">
                <a:latin typeface="Times New Roman" panose="02020603050405020304" pitchFamily="18" charset="0"/>
                <a:cs typeface="Times New Roman" panose="02020603050405020304" pitchFamily="18" charset="0"/>
              </a:rPr>
              <a:t>SOTA result</a:t>
            </a:r>
          </a:p>
        </p:txBody>
      </p: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7F6C1ED5-46F0-4100-ACBB-A250D8AC2CC4}"/>
              </a:ext>
            </a:extLst>
          </p:cNvPr>
          <p:cNvCxnSpPr>
            <a:cxnSpLocks/>
          </p:cNvCxnSpPr>
          <p:nvPr/>
        </p:nvCxnSpPr>
        <p:spPr>
          <a:xfrm flipH="1" flipV="1">
            <a:off x="10699088" y="1593490"/>
            <a:ext cx="13199" cy="130261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箭头连接符 96">
            <a:extLst>
              <a:ext uri="{FF2B5EF4-FFF2-40B4-BE49-F238E27FC236}">
                <a16:creationId xmlns:a16="http://schemas.microsoft.com/office/drawing/2014/main" id="{F15A0E70-1F55-4D77-ADA3-14C101479575}"/>
              </a:ext>
            </a:extLst>
          </p:cNvPr>
          <p:cNvCxnSpPr>
            <a:cxnSpLocks/>
          </p:cNvCxnSpPr>
          <p:nvPr/>
        </p:nvCxnSpPr>
        <p:spPr>
          <a:xfrm>
            <a:off x="10703845" y="2898666"/>
            <a:ext cx="240518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矩形 103">
            <a:extLst>
              <a:ext uri="{FF2B5EF4-FFF2-40B4-BE49-F238E27FC236}">
                <a16:creationId xmlns:a16="http://schemas.microsoft.com/office/drawing/2014/main" id="{6AA70267-1EC4-472F-92EA-C2F57186390E}"/>
              </a:ext>
            </a:extLst>
          </p:cNvPr>
          <p:cNvSpPr/>
          <p:nvPr/>
        </p:nvSpPr>
        <p:spPr>
          <a:xfrm>
            <a:off x="12273440" y="1787302"/>
            <a:ext cx="144000" cy="1113935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28000">
                <a:schemeClr val="accent6">
                  <a:lumMod val="97000"/>
                  <a:lumOff val="3000"/>
                </a:schemeClr>
              </a:gs>
              <a:gs pos="49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782E92E8-684A-4172-B62A-2FCA5E34322C}"/>
              </a:ext>
            </a:extLst>
          </p:cNvPr>
          <p:cNvSpPr/>
          <p:nvPr/>
        </p:nvSpPr>
        <p:spPr>
          <a:xfrm>
            <a:off x="12624061" y="2009185"/>
            <a:ext cx="144000" cy="887081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28000">
                <a:schemeClr val="accent6">
                  <a:lumMod val="97000"/>
                  <a:lumOff val="3000"/>
                </a:schemeClr>
              </a:gs>
              <a:gs pos="49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E65C9B27-702F-433E-AE6F-D403F3C829EB}"/>
              </a:ext>
            </a:extLst>
          </p:cNvPr>
          <p:cNvSpPr/>
          <p:nvPr/>
        </p:nvSpPr>
        <p:spPr>
          <a:xfrm>
            <a:off x="10987175" y="2433655"/>
            <a:ext cx="108000" cy="468000"/>
          </a:xfrm>
          <a:prstGeom prst="rect">
            <a:avLst/>
          </a:prstGeom>
          <a:gradFill flip="none" rotWithShape="1">
            <a:gsLst>
              <a:gs pos="23000">
                <a:schemeClr val="accent2">
                  <a:lumMod val="67000"/>
                </a:schemeClr>
              </a:gs>
              <a:gs pos="45000">
                <a:schemeClr val="accent2">
                  <a:lumMod val="97000"/>
                  <a:lumOff val="3000"/>
                </a:schemeClr>
              </a:gs>
              <a:gs pos="68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1E783D36-45AC-4E51-BA8E-16FF1118F376}"/>
              </a:ext>
            </a:extLst>
          </p:cNvPr>
          <p:cNvSpPr/>
          <p:nvPr/>
        </p:nvSpPr>
        <p:spPr>
          <a:xfrm>
            <a:off x="11293536" y="2569086"/>
            <a:ext cx="108000" cy="324000"/>
          </a:xfrm>
          <a:prstGeom prst="rect">
            <a:avLst/>
          </a:prstGeom>
          <a:gradFill flip="none" rotWithShape="1">
            <a:gsLst>
              <a:gs pos="23000">
                <a:schemeClr val="accent2">
                  <a:lumMod val="67000"/>
                </a:schemeClr>
              </a:gs>
              <a:gs pos="45000">
                <a:schemeClr val="accent2">
                  <a:lumMod val="97000"/>
                  <a:lumOff val="3000"/>
                </a:schemeClr>
              </a:gs>
              <a:gs pos="68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DC52CDAE-B767-4820-866E-3F53139D930D}"/>
              </a:ext>
            </a:extLst>
          </p:cNvPr>
          <p:cNvSpPr txBox="1"/>
          <p:nvPr/>
        </p:nvSpPr>
        <p:spPr>
          <a:xfrm>
            <a:off x="12011563" y="1316568"/>
            <a:ext cx="6479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93.7%</a:t>
            </a:r>
          </a:p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CSR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3C7A6248-CD50-43C1-96DD-F4AE2D31AFCA}"/>
              </a:ext>
            </a:extLst>
          </p:cNvPr>
          <p:cNvSpPr txBox="1"/>
          <p:nvPr/>
        </p:nvSpPr>
        <p:spPr>
          <a:xfrm>
            <a:off x="10561613" y="1059958"/>
            <a:ext cx="2723823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1">
                <a:latin typeface="Times New Roman" panose="02020603050405020304" pitchFamily="18" charset="0"/>
                <a:cs typeface="Times New Roman" panose="02020603050405020304" pitchFamily="18" charset="0"/>
              </a:rPr>
              <a:t>Compilation &amp; Correctness</a:t>
            </a:r>
            <a:endParaRPr lang="zh-CN" altLang="en-US" sz="180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9" name="图片 118">
            <a:extLst>
              <a:ext uri="{FF2B5EF4-FFF2-40B4-BE49-F238E27FC236}">
                <a16:creationId xmlns:a16="http://schemas.microsoft.com/office/drawing/2014/main" id="{594F0BEE-3245-4541-992A-938445A7EA8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01453" y="1986304"/>
            <a:ext cx="304800" cy="304800"/>
          </a:xfrm>
          <a:prstGeom prst="rect">
            <a:avLst/>
          </a:prstGeom>
        </p:spPr>
      </p:pic>
      <p:pic>
        <p:nvPicPr>
          <p:cNvPr id="120" name="图片 119">
            <a:extLst>
              <a:ext uri="{FF2B5EF4-FFF2-40B4-BE49-F238E27FC236}">
                <a16:creationId xmlns:a16="http://schemas.microsoft.com/office/drawing/2014/main" id="{877CA77F-5E32-4B2D-9AC0-A88666D9971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0638" y="1912178"/>
            <a:ext cx="304800" cy="304800"/>
          </a:xfrm>
          <a:prstGeom prst="rect">
            <a:avLst/>
          </a:prstGeom>
        </p:spPr>
      </p:pic>
      <p:sp>
        <p:nvSpPr>
          <p:cNvPr id="121" name="文本框 120">
            <a:extLst>
              <a:ext uri="{FF2B5EF4-FFF2-40B4-BE49-F238E27FC236}">
                <a16:creationId xmlns:a16="http://schemas.microsoft.com/office/drawing/2014/main" id="{2E3ACB7C-2BFD-436F-96BD-5D0461566AEC}"/>
              </a:ext>
            </a:extLst>
          </p:cNvPr>
          <p:cNvSpPr txBox="1"/>
          <p:nvPr/>
        </p:nvSpPr>
        <p:spPr>
          <a:xfrm>
            <a:off x="11260036" y="2102676"/>
            <a:ext cx="6479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34.2%</a:t>
            </a:r>
          </a:p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FCR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485F44A7-EF85-41C8-AB41-1F15F6D3017C}"/>
              </a:ext>
            </a:extLst>
          </p:cNvPr>
          <p:cNvSpPr txBox="1"/>
          <p:nvPr/>
        </p:nvSpPr>
        <p:spPr>
          <a:xfrm>
            <a:off x="10699083" y="2942390"/>
            <a:ext cx="1268296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1">
                <a:latin typeface="Times New Roman" panose="02020603050405020304" pitchFamily="18" charset="0"/>
                <a:cs typeface="Times New Roman" panose="02020603050405020304" pitchFamily="18" charset="0"/>
              </a:rPr>
              <a:t>Base LLMs</a:t>
            </a:r>
            <a:endParaRPr lang="zh-CN" altLang="en-US" sz="180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CD9ADAD6-FC9D-4675-A903-32BAD2381198}"/>
              </a:ext>
            </a:extLst>
          </p:cNvPr>
          <p:cNvSpPr txBox="1"/>
          <p:nvPr/>
        </p:nvSpPr>
        <p:spPr>
          <a:xfrm>
            <a:off x="12008962" y="2962966"/>
            <a:ext cx="838691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1" err="1">
                <a:latin typeface="Times New Roman" panose="02020603050405020304" pitchFamily="18" charset="0"/>
                <a:cs typeface="Times New Roman" panose="02020603050405020304" pitchFamily="18" charset="0"/>
              </a:rPr>
              <a:t>MoKA</a:t>
            </a:r>
            <a:endParaRPr lang="zh-CN" altLang="en-US" sz="180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2" name="图片 131">
            <a:extLst>
              <a:ext uri="{FF2B5EF4-FFF2-40B4-BE49-F238E27FC236}">
                <a16:creationId xmlns:a16="http://schemas.microsoft.com/office/drawing/2014/main" id="{C01916D5-D02E-4C8E-98C5-F84A6FCB2E6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5879" y="1659372"/>
            <a:ext cx="663470" cy="443468"/>
          </a:xfrm>
          <a:prstGeom prst="rect">
            <a:avLst/>
          </a:prstGeom>
        </p:spPr>
      </p:pic>
      <p:cxnSp>
        <p:nvCxnSpPr>
          <p:cNvPr id="133" name="直接箭头连接符 132">
            <a:extLst>
              <a:ext uri="{FF2B5EF4-FFF2-40B4-BE49-F238E27FC236}">
                <a16:creationId xmlns:a16="http://schemas.microsoft.com/office/drawing/2014/main" id="{3E46B35D-AC27-4243-87A9-A15DD095EB17}"/>
              </a:ext>
            </a:extLst>
          </p:cNvPr>
          <p:cNvCxnSpPr>
            <a:cxnSpLocks/>
          </p:cNvCxnSpPr>
          <p:nvPr/>
        </p:nvCxnSpPr>
        <p:spPr>
          <a:xfrm flipH="1" flipV="1">
            <a:off x="10775293" y="3847888"/>
            <a:ext cx="13199" cy="130261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接箭头连接符 133">
            <a:extLst>
              <a:ext uri="{FF2B5EF4-FFF2-40B4-BE49-F238E27FC236}">
                <a16:creationId xmlns:a16="http://schemas.microsoft.com/office/drawing/2014/main" id="{555FA38E-8BDD-4A00-9AE1-72EB787045C5}"/>
              </a:ext>
            </a:extLst>
          </p:cNvPr>
          <p:cNvCxnSpPr>
            <a:cxnSpLocks/>
          </p:cNvCxnSpPr>
          <p:nvPr/>
        </p:nvCxnSpPr>
        <p:spPr>
          <a:xfrm>
            <a:off x="10780050" y="5153064"/>
            <a:ext cx="240518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矩形 134">
            <a:extLst>
              <a:ext uri="{FF2B5EF4-FFF2-40B4-BE49-F238E27FC236}">
                <a16:creationId xmlns:a16="http://schemas.microsoft.com/office/drawing/2014/main" id="{C62BF8E2-8762-4066-BCC8-7D64C115B0EA}"/>
              </a:ext>
            </a:extLst>
          </p:cNvPr>
          <p:cNvSpPr/>
          <p:nvPr/>
        </p:nvSpPr>
        <p:spPr>
          <a:xfrm>
            <a:off x="12421503" y="4182164"/>
            <a:ext cx="144000" cy="972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28000">
                <a:schemeClr val="accent6">
                  <a:lumMod val="97000"/>
                  <a:lumOff val="3000"/>
                </a:schemeClr>
              </a:gs>
              <a:gs pos="49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50DD8569-1CF3-4EDE-A6F0-9A57815D5A89}"/>
              </a:ext>
            </a:extLst>
          </p:cNvPr>
          <p:cNvSpPr/>
          <p:nvPr/>
        </p:nvSpPr>
        <p:spPr>
          <a:xfrm>
            <a:off x="12814314" y="4574077"/>
            <a:ext cx="144000" cy="576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28000">
                <a:schemeClr val="accent6">
                  <a:lumMod val="97000"/>
                  <a:lumOff val="3000"/>
                </a:schemeClr>
              </a:gs>
              <a:gs pos="49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B031054E-969C-44BB-B05D-D53A4152D784}"/>
              </a:ext>
            </a:extLst>
          </p:cNvPr>
          <p:cNvSpPr/>
          <p:nvPr/>
        </p:nvSpPr>
        <p:spPr>
          <a:xfrm>
            <a:off x="11135381" y="4939470"/>
            <a:ext cx="108000" cy="216001"/>
          </a:xfrm>
          <a:prstGeom prst="rect">
            <a:avLst/>
          </a:prstGeom>
          <a:gradFill flip="none" rotWithShape="1">
            <a:gsLst>
              <a:gs pos="23000">
                <a:schemeClr val="accent2">
                  <a:lumMod val="67000"/>
                </a:schemeClr>
              </a:gs>
              <a:gs pos="45000">
                <a:schemeClr val="accent2">
                  <a:lumMod val="97000"/>
                  <a:lumOff val="3000"/>
                </a:schemeClr>
              </a:gs>
              <a:gs pos="68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53664737-9C2C-4390-9676-64BFBE8E07B0}"/>
              </a:ext>
            </a:extLst>
          </p:cNvPr>
          <p:cNvSpPr/>
          <p:nvPr/>
        </p:nvSpPr>
        <p:spPr>
          <a:xfrm>
            <a:off x="11481396" y="5031572"/>
            <a:ext cx="108000" cy="108000"/>
          </a:xfrm>
          <a:prstGeom prst="rect">
            <a:avLst/>
          </a:prstGeom>
          <a:gradFill flip="none" rotWithShape="1">
            <a:gsLst>
              <a:gs pos="23000">
                <a:schemeClr val="accent2">
                  <a:lumMod val="67000"/>
                </a:schemeClr>
              </a:gs>
              <a:gs pos="45000">
                <a:schemeClr val="accent2">
                  <a:lumMod val="97000"/>
                  <a:lumOff val="3000"/>
                </a:schemeClr>
              </a:gs>
              <a:gs pos="68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E3BDD810-4F7F-405D-A798-CA75AE5C9596}"/>
              </a:ext>
            </a:extLst>
          </p:cNvPr>
          <p:cNvSpPr txBox="1"/>
          <p:nvPr/>
        </p:nvSpPr>
        <p:spPr>
          <a:xfrm>
            <a:off x="12180045" y="3645253"/>
            <a:ext cx="6479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46.8%</a:t>
            </a:r>
          </a:p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fast1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CFE48CA2-0833-42BC-8B54-63028CEF7E26}"/>
              </a:ext>
            </a:extLst>
          </p:cNvPr>
          <p:cNvSpPr txBox="1"/>
          <p:nvPr/>
        </p:nvSpPr>
        <p:spPr>
          <a:xfrm>
            <a:off x="10655226" y="3368247"/>
            <a:ext cx="2454518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1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&amp; Speedup</a:t>
            </a:r>
            <a:endParaRPr lang="zh-CN" altLang="en-US" sz="180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1" name="图片 140">
            <a:extLst>
              <a:ext uri="{FF2B5EF4-FFF2-40B4-BE49-F238E27FC236}">
                <a16:creationId xmlns:a16="http://schemas.microsoft.com/office/drawing/2014/main" id="{D5B55EDA-05E8-414B-B080-440EE433AB0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1333" y="4079193"/>
            <a:ext cx="304800" cy="304800"/>
          </a:xfrm>
          <a:prstGeom prst="rect">
            <a:avLst/>
          </a:prstGeom>
        </p:spPr>
      </p:pic>
      <p:pic>
        <p:nvPicPr>
          <p:cNvPr id="142" name="图片 141">
            <a:extLst>
              <a:ext uri="{FF2B5EF4-FFF2-40B4-BE49-F238E27FC236}">
                <a16:creationId xmlns:a16="http://schemas.microsoft.com/office/drawing/2014/main" id="{8C68E35D-BEFD-403C-87EE-C86D54A6AB3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80344" y="4503229"/>
            <a:ext cx="304800" cy="304800"/>
          </a:xfrm>
          <a:prstGeom prst="rect">
            <a:avLst/>
          </a:prstGeom>
        </p:spPr>
      </p:pic>
      <p:sp>
        <p:nvSpPr>
          <p:cNvPr id="143" name="文本框 142">
            <a:extLst>
              <a:ext uri="{FF2B5EF4-FFF2-40B4-BE49-F238E27FC236}">
                <a16:creationId xmlns:a16="http://schemas.microsoft.com/office/drawing/2014/main" id="{8D06600C-8E81-4C1A-ACB6-C76C315C1693}"/>
              </a:ext>
            </a:extLst>
          </p:cNvPr>
          <p:cNvSpPr txBox="1"/>
          <p:nvPr/>
        </p:nvSpPr>
        <p:spPr>
          <a:xfrm>
            <a:off x="12604038" y="4077888"/>
            <a:ext cx="6687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27.4%</a:t>
            </a:r>
          </a:p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fast1.5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4" name="文本框 143">
            <a:extLst>
              <a:ext uri="{FF2B5EF4-FFF2-40B4-BE49-F238E27FC236}">
                <a16:creationId xmlns:a16="http://schemas.microsoft.com/office/drawing/2014/main" id="{865B0113-8B23-43BF-9FC8-A312471EE85B}"/>
              </a:ext>
            </a:extLst>
          </p:cNvPr>
          <p:cNvSpPr txBox="1"/>
          <p:nvPr/>
        </p:nvSpPr>
        <p:spPr>
          <a:xfrm>
            <a:off x="10775288" y="5196789"/>
            <a:ext cx="1268296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1">
                <a:latin typeface="Times New Roman" panose="02020603050405020304" pitchFamily="18" charset="0"/>
                <a:cs typeface="Times New Roman" panose="02020603050405020304" pitchFamily="18" charset="0"/>
              </a:rPr>
              <a:t>Base LLMs</a:t>
            </a:r>
            <a:endParaRPr lang="zh-CN" altLang="en-US" sz="180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文本框 144">
            <a:extLst>
              <a:ext uri="{FF2B5EF4-FFF2-40B4-BE49-F238E27FC236}">
                <a16:creationId xmlns:a16="http://schemas.microsoft.com/office/drawing/2014/main" id="{BF61089C-29A1-4D2D-9105-147B60A75ED9}"/>
              </a:ext>
            </a:extLst>
          </p:cNvPr>
          <p:cNvSpPr txBox="1"/>
          <p:nvPr/>
        </p:nvSpPr>
        <p:spPr>
          <a:xfrm>
            <a:off x="12085167" y="5217363"/>
            <a:ext cx="838691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1" err="1">
                <a:latin typeface="Times New Roman" panose="02020603050405020304" pitchFamily="18" charset="0"/>
                <a:cs typeface="Times New Roman" panose="02020603050405020304" pitchFamily="18" charset="0"/>
              </a:rPr>
              <a:t>MoKA</a:t>
            </a:r>
            <a:endParaRPr lang="zh-CN" altLang="en-US" sz="180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8" name="图片 147">
            <a:extLst>
              <a:ext uri="{FF2B5EF4-FFF2-40B4-BE49-F238E27FC236}">
                <a16:creationId xmlns:a16="http://schemas.microsoft.com/office/drawing/2014/main" id="{3400D67C-B024-4B05-AA04-372D6F8B09B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7674" y="3998617"/>
            <a:ext cx="663470" cy="443468"/>
          </a:xfrm>
          <a:prstGeom prst="rect">
            <a:avLst/>
          </a:prstGeom>
        </p:spPr>
      </p:pic>
      <p:sp>
        <p:nvSpPr>
          <p:cNvPr id="149" name="文本框 148">
            <a:extLst>
              <a:ext uri="{FF2B5EF4-FFF2-40B4-BE49-F238E27FC236}">
                <a16:creationId xmlns:a16="http://schemas.microsoft.com/office/drawing/2014/main" id="{AF485D7A-0190-4979-A3A3-1BE13E09ABCB}"/>
              </a:ext>
            </a:extLst>
          </p:cNvPr>
          <p:cNvSpPr txBox="1"/>
          <p:nvPr/>
        </p:nvSpPr>
        <p:spPr>
          <a:xfrm>
            <a:off x="10735189" y="1908942"/>
            <a:ext cx="6479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47.4%</a:t>
            </a:r>
          </a:p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CSR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3" name="图片 152">
            <a:extLst>
              <a:ext uri="{FF2B5EF4-FFF2-40B4-BE49-F238E27FC236}">
                <a16:creationId xmlns:a16="http://schemas.microsoft.com/office/drawing/2014/main" id="{7551C8F4-2AFA-4E6C-B945-00D8C670FAB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588" y="2446594"/>
            <a:ext cx="233985" cy="233985"/>
          </a:xfrm>
          <a:prstGeom prst="rect">
            <a:avLst/>
          </a:prstGeom>
        </p:spPr>
      </p:pic>
      <p:pic>
        <p:nvPicPr>
          <p:cNvPr id="154" name="图片 153">
            <a:extLst>
              <a:ext uri="{FF2B5EF4-FFF2-40B4-BE49-F238E27FC236}">
                <a16:creationId xmlns:a16="http://schemas.microsoft.com/office/drawing/2014/main" id="{8A6AF397-A7CF-45C7-88B2-06007116E18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3695" y="2563118"/>
            <a:ext cx="233985" cy="233985"/>
          </a:xfrm>
          <a:prstGeom prst="rect">
            <a:avLst/>
          </a:prstGeom>
        </p:spPr>
      </p:pic>
      <p:sp>
        <p:nvSpPr>
          <p:cNvPr id="157" name="文本框 156">
            <a:extLst>
              <a:ext uri="{FF2B5EF4-FFF2-40B4-BE49-F238E27FC236}">
                <a16:creationId xmlns:a16="http://schemas.microsoft.com/office/drawing/2014/main" id="{15009267-B258-4B61-A326-D9EA7D662B6C}"/>
              </a:ext>
            </a:extLst>
          </p:cNvPr>
          <p:cNvSpPr txBox="1"/>
          <p:nvPr/>
        </p:nvSpPr>
        <p:spPr>
          <a:xfrm>
            <a:off x="12461066" y="1558145"/>
            <a:ext cx="6479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75.3%</a:t>
            </a:r>
          </a:p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FCR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0" name="图片 159">
            <a:extLst>
              <a:ext uri="{FF2B5EF4-FFF2-40B4-BE49-F238E27FC236}">
                <a16:creationId xmlns:a16="http://schemas.microsoft.com/office/drawing/2014/main" id="{F59AFBEC-8D69-4844-940C-D26385BD380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3621" y="4862561"/>
            <a:ext cx="233985" cy="233985"/>
          </a:xfrm>
          <a:prstGeom prst="rect">
            <a:avLst/>
          </a:prstGeom>
        </p:spPr>
      </p:pic>
      <p:pic>
        <p:nvPicPr>
          <p:cNvPr id="161" name="图片 160">
            <a:extLst>
              <a:ext uri="{FF2B5EF4-FFF2-40B4-BE49-F238E27FC236}">
                <a16:creationId xmlns:a16="http://schemas.microsoft.com/office/drawing/2014/main" id="{E8C2FA8B-5FF9-4584-AE1D-3A58B6BE6FD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964" y="4760099"/>
            <a:ext cx="233985" cy="233985"/>
          </a:xfrm>
          <a:prstGeom prst="rect">
            <a:avLst/>
          </a:prstGeom>
        </p:spPr>
      </p:pic>
      <p:sp>
        <p:nvSpPr>
          <p:cNvPr id="159" name="文本框 158">
            <a:extLst>
              <a:ext uri="{FF2B5EF4-FFF2-40B4-BE49-F238E27FC236}">
                <a16:creationId xmlns:a16="http://schemas.microsoft.com/office/drawing/2014/main" id="{885D82C6-D5E7-4943-838C-144268F64348}"/>
              </a:ext>
            </a:extLst>
          </p:cNvPr>
          <p:cNvSpPr txBox="1"/>
          <p:nvPr/>
        </p:nvSpPr>
        <p:spPr>
          <a:xfrm>
            <a:off x="11340142" y="4426182"/>
            <a:ext cx="6687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4.7%</a:t>
            </a:r>
          </a:p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fast1.5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文本框 157">
            <a:extLst>
              <a:ext uri="{FF2B5EF4-FFF2-40B4-BE49-F238E27FC236}">
                <a16:creationId xmlns:a16="http://schemas.microsoft.com/office/drawing/2014/main" id="{543D9C91-0472-4EC5-8F47-FD2E695891CD}"/>
              </a:ext>
            </a:extLst>
          </p:cNvPr>
          <p:cNvSpPr txBox="1"/>
          <p:nvPr/>
        </p:nvSpPr>
        <p:spPr>
          <a:xfrm>
            <a:off x="10804223" y="4314230"/>
            <a:ext cx="6479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16.3%</a:t>
            </a:r>
          </a:p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fast1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3" name="图片 162">
            <a:extLst>
              <a:ext uri="{FF2B5EF4-FFF2-40B4-BE49-F238E27FC236}">
                <a16:creationId xmlns:a16="http://schemas.microsoft.com/office/drawing/2014/main" id="{278EDCE5-E5FC-496E-855B-E48106D29E3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3083" y="2090530"/>
            <a:ext cx="576122" cy="481271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FB1BF37E-959A-4120-8279-91312D496CD5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663" y="1380078"/>
            <a:ext cx="458940" cy="458940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6B7CCA32-FFBC-45C6-9DA4-9D2432E273E7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898" y="1380078"/>
            <a:ext cx="458940" cy="458940"/>
          </a:xfrm>
          <a:prstGeom prst="rect">
            <a:avLst/>
          </a:prstGeom>
        </p:spPr>
      </p:pic>
      <p:pic>
        <p:nvPicPr>
          <p:cNvPr id="88" name="图片 87">
            <a:extLst>
              <a:ext uri="{FF2B5EF4-FFF2-40B4-BE49-F238E27FC236}">
                <a16:creationId xmlns:a16="http://schemas.microsoft.com/office/drawing/2014/main" id="{0FEBE490-207F-4307-A527-99898ABB4FE0}"/>
              </a:ext>
            </a:extLst>
          </p:cNvPr>
          <p:cNvPicPr>
            <a:picLocks noChangeAspect="1"/>
          </p:cNvPicPr>
          <p:nvPr/>
        </p:nvPicPr>
        <p:blipFill>
          <a:blip r:embed="rId20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5241" y="1380078"/>
            <a:ext cx="458940" cy="458940"/>
          </a:xfrm>
          <a:prstGeom prst="rect">
            <a:avLst/>
          </a:prstGeom>
        </p:spPr>
      </p:pic>
      <p:sp>
        <p:nvSpPr>
          <p:cNvPr id="164" name="箭头: 虚尾 163">
            <a:extLst>
              <a:ext uri="{FF2B5EF4-FFF2-40B4-BE49-F238E27FC236}">
                <a16:creationId xmlns:a16="http://schemas.microsoft.com/office/drawing/2014/main" id="{0FC0E2B4-37DE-422A-A5EA-73B080F55C6A}"/>
              </a:ext>
            </a:extLst>
          </p:cNvPr>
          <p:cNvSpPr/>
          <p:nvPr/>
        </p:nvSpPr>
        <p:spPr>
          <a:xfrm>
            <a:off x="8440539" y="1367233"/>
            <a:ext cx="457390" cy="484632"/>
          </a:xfrm>
          <a:prstGeom prst="stripedRightArrow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165" name="箭头: 虚尾 164">
            <a:extLst>
              <a:ext uri="{FF2B5EF4-FFF2-40B4-BE49-F238E27FC236}">
                <a16:creationId xmlns:a16="http://schemas.microsoft.com/office/drawing/2014/main" id="{6E347E6F-836A-4577-8304-5198B0AB3E35}"/>
              </a:ext>
            </a:extLst>
          </p:cNvPr>
          <p:cNvSpPr/>
          <p:nvPr/>
        </p:nvSpPr>
        <p:spPr>
          <a:xfrm>
            <a:off x="6106195" y="1367233"/>
            <a:ext cx="457390" cy="484632"/>
          </a:xfrm>
          <a:prstGeom prst="stripedRightArrow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166" name="箭头: 虚尾 165">
            <a:extLst>
              <a:ext uri="{FF2B5EF4-FFF2-40B4-BE49-F238E27FC236}">
                <a16:creationId xmlns:a16="http://schemas.microsoft.com/office/drawing/2014/main" id="{5E649876-3F73-42A0-B04D-6E927D801526}"/>
              </a:ext>
            </a:extLst>
          </p:cNvPr>
          <p:cNvSpPr/>
          <p:nvPr/>
        </p:nvSpPr>
        <p:spPr>
          <a:xfrm>
            <a:off x="4763669" y="1367233"/>
            <a:ext cx="457390" cy="484632"/>
          </a:xfrm>
          <a:prstGeom prst="stripedRightArrow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grpSp>
        <p:nvGrpSpPr>
          <p:cNvPr id="199" name="组合 198">
            <a:extLst>
              <a:ext uri="{FF2B5EF4-FFF2-40B4-BE49-F238E27FC236}">
                <a16:creationId xmlns:a16="http://schemas.microsoft.com/office/drawing/2014/main" id="{CC94C7D8-2A71-4521-A472-68A1A036DD66}"/>
              </a:ext>
            </a:extLst>
          </p:cNvPr>
          <p:cNvGrpSpPr/>
          <p:nvPr/>
        </p:nvGrpSpPr>
        <p:grpSpPr>
          <a:xfrm>
            <a:off x="5639827" y="3357507"/>
            <a:ext cx="578463" cy="544501"/>
            <a:chOff x="1330365" y="4033441"/>
            <a:chExt cx="756286" cy="715318"/>
          </a:xfrm>
        </p:grpSpPr>
        <p:sp>
          <p:nvSpPr>
            <p:cNvPr id="185" name="弧形 184">
              <a:extLst>
                <a:ext uri="{FF2B5EF4-FFF2-40B4-BE49-F238E27FC236}">
                  <a16:creationId xmlns:a16="http://schemas.microsoft.com/office/drawing/2014/main" id="{E62E8FF3-0E7E-4FA5-A926-ECFCE8F27894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1358936" y="4109081"/>
              <a:ext cx="632884" cy="632884"/>
            </a:xfrm>
            <a:prstGeom prst="arc">
              <a:avLst>
                <a:gd name="adj1" fmla="val 15931820"/>
                <a:gd name="adj2" fmla="val 20139405"/>
              </a:avLst>
            </a:prstGeom>
            <a:noFill/>
            <a:ln w="31750">
              <a:gradFill flip="none" rotWithShape="1">
                <a:gsLst>
                  <a:gs pos="11000">
                    <a:schemeClr val="accent1">
                      <a:lumMod val="75000"/>
                    </a:schemeClr>
                  </a:gs>
                  <a:gs pos="31000">
                    <a:schemeClr val="accent1">
                      <a:lumMod val="60000"/>
                      <a:lumOff val="40000"/>
                    </a:schemeClr>
                  </a:gs>
                  <a:gs pos="54000">
                    <a:schemeClr val="accent1">
                      <a:lumMod val="40000"/>
                      <a:lumOff val="60000"/>
                    </a:schemeClr>
                  </a:gs>
                  <a:gs pos="84000">
                    <a:schemeClr val="bg1">
                      <a:lumMod val="85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801"/>
            </a:p>
          </p:txBody>
        </p:sp>
        <p:sp>
          <p:nvSpPr>
            <p:cNvPr id="195" name="弧形 194">
              <a:extLst>
                <a:ext uri="{FF2B5EF4-FFF2-40B4-BE49-F238E27FC236}">
                  <a16:creationId xmlns:a16="http://schemas.microsoft.com/office/drawing/2014/main" id="{533FA126-2C5E-44AC-98D5-8A797F2ACCF0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1330365" y="4036119"/>
              <a:ext cx="632884" cy="632884"/>
            </a:xfrm>
            <a:prstGeom prst="arc">
              <a:avLst>
                <a:gd name="adj1" fmla="val 20770685"/>
                <a:gd name="adj2" fmla="val 4427602"/>
              </a:avLst>
            </a:prstGeom>
            <a:noFill/>
            <a:ln w="31750">
              <a:gradFill flip="none" rotWithShape="1">
                <a:gsLst>
                  <a:gs pos="11000">
                    <a:schemeClr val="accent1">
                      <a:lumMod val="75000"/>
                    </a:schemeClr>
                  </a:gs>
                  <a:gs pos="31000">
                    <a:schemeClr val="accent1">
                      <a:lumMod val="60000"/>
                      <a:lumOff val="40000"/>
                    </a:schemeClr>
                  </a:gs>
                  <a:gs pos="54000">
                    <a:schemeClr val="accent1">
                      <a:lumMod val="40000"/>
                      <a:lumOff val="60000"/>
                    </a:schemeClr>
                  </a:gs>
                  <a:gs pos="84000">
                    <a:schemeClr val="bg1">
                      <a:lumMod val="85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801"/>
            </a:p>
          </p:txBody>
        </p:sp>
        <p:sp>
          <p:nvSpPr>
            <p:cNvPr id="197" name="弧形 196">
              <a:extLst>
                <a:ext uri="{FF2B5EF4-FFF2-40B4-BE49-F238E27FC236}">
                  <a16:creationId xmlns:a16="http://schemas.microsoft.com/office/drawing/2014/main" id="{75BB0024-7938-4A8A-A4FD-477DA518B2C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35855" y="4033441"/>
              <a:ext cx="632884" cy="632884"/>
            </a:xfrm>
            <a:prstGeom prst="arc">
              <a:avLst>
                <a:gd name="adj1" fmla="val 16655143"/>
                <a:gd name="adj2" fmla="val 20647849"/>
              </a:avLst>
            </a:prstGeom>
            <a:noFill/>
            <a:ln w="31750">
              <a:gradFill flip="none" rotWithShape="1">
                <a:gsLst>
                  <a:gs pos="11000">
                    <a:schemeClr val="accent1">
                      <a:lumMod val="75000"/>
                    </a:schemeClr>
                  </a:gs>
                  <a:gs pos="31000">
                    <a:schemeClr val="accent1">
                      <a:lumMod val="60000"/>
                      <a:lumOff val="40000"/>
                    </a:schemeClr>
                  </a:gs>
                  <a:gs pos="54000">
                    <a:schemeClr val="accent1">
                      <a:lumMod val="40000"/>
                      <a:lumOff val="60000"/>
                    </a:schemeClr>
                  </a:gs>
                  <a:gs pos="84000">
                    <a:schemeClr val="bg1">
                      <a:lumMod val="85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801"/>
            </a:p>
          </p:txBody>
        </p:sp>
        <p:sp>
          <p:nvSpPr>
            <p:cNvPr id="198" name="弧形 197">
              <a:extLst>
                <a:ext uri="{FF2B5EF4-FFF2-40B4-BE49-F238E27FC236}">
                  <a16:creationId xmlns:a16="http://schemas.microsoft.com/office/drawing/2014/main" id="{9BF198BC-5412-420E-92FF-60995C3C93D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53767" y="4115875"/>
              <a:ext cx="632884" cy="632884"/>
            </a:xfrm>
            <a:prstGeom prst="arc">
              <a:avLst>
                <a:gd name="adj1" fmla="val 21299186"/>
                <a:gd name="adj2" fmla="val 4355978"/>
              </a:avLst>
            </a:prstGeom>
            <a:noFill/>
            <a:ln w="31750">
              <a:gradFill flip="none" rotWithShape="1">
                <a:gsLst>
                  <a:gs pos="11000">
                    <a:schemeClr val="accent1">
                      <a:lumMod val="75000"/>
                    </a:schemeClr>
                  </a:gs>
                  <a:gs pos="31000">
                    <a:schemeClr val="accent1">
                      <a:lumMod val="60000"/>
                      <a:lumOff val="40000"/>
                    </a:schemeClr>
                  </a:gs>
                  <a:gs pos="54000">
                    <a:schemeClr val="accent1">
                      <a:lumMod val="40000"/>
                      <a:lumOff val="60000"/>
                    </a:schemeClr>
                  </a:gs>
                  <a:gs pos="84000">
                    <a:schemeClr val="bg1">
                      <a:lumMod val="85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801"/>
            </a:p>
          </p:txBody>
        </p:sp>
      </p:grpSp>
      <p:sp>
        <p:nvSpPr>
          <p:cNvPr id="203" name="文本框 202">
            <a:extLst>
              <a:ext uri="{FF2B5EF4-FFF2-40B4-BE49-F238E27FC236}">
                <a16:creationId xmlns:a16="http://schemas.microsoft.com/office/drawing/2014/main" id="{C8E06F69-5585-45C2-B135-822742016E76}"/>
              </a:ext>
            </a:extLst>
          </p:cNvPr>
          <p:cNvSpPr txBox="1"/>
          <p:nvPr/>
        </p:nvSpPr>
        <p:spPr>
          <a:xfrm>
            <a:off x="226232" y="601841"/>
            <a:ext cx="2071401" cy="523220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2600">
                <a:latin typeface="Times New Roman" panose="02020603050405020304" pitchFamily="18" charset="0"/>
                <a:cs typeface="Times New Roman" panose="02020603050405020304" pitchFamily="18" charset="0"/>
              </a:rPr>
              <a:t>Existing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600">
                <a:latin typeface="Times New Roman" panose="02020603050405020304" pitchFamily="18" charset="0"/>
                <a:cs typeface="Times New Roman" panose="02020603050405020304" pitchFamily="18" charset="0"/>
              </a:rPr>
              <a:t>Gaps</a:t>
            </a:r>
          </a:p>
        </p:txBody>
      </p:sp>
      <p:pic>
        <p:nvPicPr>
          <p:cNvPr id="250" name="图片 249">
            <a:extLst>
              <a:ext uri="{FF2B5EF4-FFF2-40B4-BE49-F238E27FC236}">
                <a16:creationId xmlns:a16="http://schemas.microsoft.com/office/drawing/2014/main" id="{AE7513DF-088B-4D08-8EC5-AE1DAE591F9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86" y="1536340"/>
            <a:ext cx="393168" cy="398774"/>
          </a:xfrm>
          <a:prstGeom prst="rect">
            <a:avLst/>
          </a:prstGeom>
        </p:spPr>
      </p:pic>
      <p:sp>
        <p:nvSpPr>
          <p:cNvPr id="259" name="矩形 258">
            <a:extLst>
              <a:ext uri="{FF2B5EF4-FFF2-40B4-BE49-F238E27FC236}">
                <a16:creationId xmlns:a16="http://schemas.microsoft.com/office/drawing/2014/main" id="{47596871-1236-4CDF-8701-51FE7222B5EE}"/>
              </a:ext>
            </a:extLst>
          </p:cNvPr>
          <p:cNvSpPr/>
          <p:nvPr/>
        </p:nvSpPr>
        <p:spPr>
          <a:xfrm>
            <a:off x="61889" y="1536337"/>
            <a:ext cx="440414" cy="129486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260" name="矩形 259">
            <a:extLst>
              <a:ext uri="{FF2B5EF4-FFF2-40B4-BE49-F238E27FC236}">
                <a16:creationId xmlns:a16="http://schemas.microsoft.com/office/drawing/2014/main" id="{2A339C0B-7032-41DB-822D-A93BA920F742}"/>
              </a:ext>
            </a:extLst>
          </p:cNvPr>
          <p:cNvSpPr/>
          <p:nvPr/>
        </p:nvSpPr>
        <p:spPr>
          <a:xfrm>
            <a:off x="415195" y="1930299"/>
            <a:ext cx="1000831" cy="30182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263" name="矩形 262">
            <a:extLst>
              <a:ext uri="{FF2B5EF4-FFF2-40B4-BE49-F238E27FC236}">
                <a16:creationId xmlns:a16="http://schemas.microsoft.com/office/drawing/2014/main" id="{75F506F0-8CE5-45FB-9A74-69A671F27418}"/>
              </a:ext>
            </a:extLst>
          </p:cNvPr>
          <p:cNvSpPr/>
          <p:nvPr/>
        </p:nvSpPr>
        <p:spPr>
          <a:xfrm>
            <a:off x="411469" y="2229417"/>
            <a:ext cx="1401311" cy="30182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264" name="矩形 263">
            <a:extLst>
              <a:ext uri="{FF2B5EF4-FFF2-40B4-BE49-F238E27FC236}">
                <a16:creationId xmlns:a16="http://schemas.microsoft.com/office/drawing/2014/main" id="{D68A3CD8-AA66-47A5-9D75-E3D0A9D8A109}"/>
              </a:ext>
            </a:extLst>
          </p:cNvPr>
          <p:cNvSpPr/>
          <p:nvPr/>
        </p:nvSpPr>
        <p:spPr>
          <a:xfrm>
            <a:off x="413370" y="2529317"/>
            <a:ext cx="1975118" cy="30412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266" name="文本框 265">
            <a:extLst>
              <a:ext uri="{FF2B5EF4-FFF2-40B4-BE49-F238E27FC236}">
                <a16:creationId xmlns:a16="http://schemas.microsoft.com/office/drawing/2014/main" id="{CCDB33E2-00CA-4467-B012-DEB9B711D5D7}"/>
              </a:ext>
            </a:extLst>
          </p:cNvPr>
          <p:cNvSpPr txBox="1"/>
          <p:nvPr/>
        </p:nvSpPr>
        <p:spPr>
          <a:xfrm>
            <a:off x="38236" y="1173050"/>
            <a:ext cx="928134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1">
                <a:latin typeface="Times New Roman" panose="02020603050405020304" pitchFamily="18" charset="0"/>
                <a:cs typeface="Times New Roman" panose="02020603050405020304" pitchFamily="18" charset="0"/>
              </a:rPr>
              <a:t>Mobile</a:t>
            </a:r>
            <a:endParaRPr lang="zh-CN" altLang="en-US" sz="180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5" name="文本框 254">
            <a:extLst>
              <a:ext uri="{FF2B5EF4-FFF2-40B4-BE49-F238E27FC236}">
                <a16:creationId xmlns:a16="http://schemas.microsoft.com/office/drawing/2014/main" id="{4870C1CE-1563-4FAC-B586-5E206E3334D4}"/>
              </a:ext>
            </a:extLst>
          </p:cNvPr>
          <p:cNvSpPr txBox="1"/>
          <p:nvPr/>
        </p:nvSpPr>
        <p:spPr>
          <a:xfrm>
            <a:off x="42563" y="1870592"/>
            <a:ext cx="1492716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1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Heterogeneity</a:t>
            </a:r>
            <a:endParaRPr lang="zh-CN" altLang="en-US" sz="180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6" name="文本框 255">
            <a:extLst>
              <a:ext uri="{FF2B5EF4-FFF2-40B4-BE49-F238E27FC236}">
                <a16:creationId xmlns:a16="http://schemas.microsoft.com/office/drawing/2014/main" id="{42BDE2F4-F7D6-47C1-8749-A2EC416CF2D2}"/>
              </a:ext>
            </a:extLst>
          </p:cNvPr>
          <p:cNvSpPr txBox="1"/>
          <p:nvPr/>
        </p:nvSpPr>
        <p:spPr>
          <a:xfrm>
            <a:off x="342060" y="2203657"/>
            <a:ext cx="1542049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1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Fragmentation</a:t>
            </a:r>
            <a:endParaRPr lang="zh-CN" altLang="en-US" sz="180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1" name="文本框 250">
            <a:extLst>
              <a:ext uri="{FF2B5EF4-FFF2-40B4-BE49-F238E27FC236}">
                <a16:creationId xmlns:a16="http://schemas.microsoft.com/office/drawing/2014/main" id="{57DF7F77-523E-465B-90A1-3E94F06A8384}"/>
              </a:ext>
            </a:extLst>
          </p:cNvPr>
          <p:cNvSpPr txBox="1"/>
          <p:nvPr/>
        </p:nvSpPr>
        <p:spPr>
          <a:xfrm>
            <a:off x="851877" y="2486509"/>
            <a:ext cx="1422144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1">
                <a:latin typeface="Times New Roman" panose="02020603050405020304" pitchFamily="18" charset="0"/>
                <a:cs typeface="Times New Roman" panose="02020603050405020304" pitchFamily="18" charset="0"/>
              </a:rPr>
              <a:t>Data Scarcity</a:t>
            </a:r>
            <a:endParaRPr lang="zh-CN" altLang="en-US" sz="180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8" name="文本框 267">
            <a:extLst>
              <a:ext uri="{FF2B5EF4-FFF2-40B4-BE49-F238E27FC236}">
                <a16:creationId xmlns:a16="http://schemas.microsoft.com/office/drawing/2014/main" id="{E0798385-29CB-40FB-A511-A453DCB889FA}"/>
              </a:ext>
            </a:extLst>
          </p:cNvPr>
          <p:cNvSpPr txBox="1"/>
          <p:nvPr/>
        </p:nvSpPr>
        <p:spPr>
          <a:xfrm>
            <a:off x="1695115" y="1725068"/>
            <a:ext cx="821360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1"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  <a:endParaRPr lang="zh-CN" altLang="en-US" sz="180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2" name="文本框 271">
            <a:extLst>
              <a:ext uri="{FF2B5EF4-FFF2-40B4-BE49-F238E27FC236}">
                <a16:creationId xmlns:a16="http://schemas.microsoft.com/office/drawing/2014/main" id="{00590D61-61E5-4793-BDD6-54BD2594EF8A}"/>
              </a:ext>
            </a:extLst>
          </p:cNvPr>
          <p:cNvSpPr txBox="1"/>
          <p:nvPr/>
        </p:nvSpPr>
        <p:spPr>
          <a:xfrm>
            <a:off x="-27150" y="3126478"/>
            <a:ext cx="9829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Direct</a:t>
            </a:r>
          </a:p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Generation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7" name="图片 286">
            <a:extLst>
              <a:ext uri="{FF2B5EF4-FFF2-40B4-BE49-F238E27FC236}">
                <a16:creationId xmlns:a16="http://schemas.microsoft.com/office/drawing/2014/main" id="{8E88F18B-A24D-4588-BF65-0E39960F6992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BEBA8EAE-BF5A-486C-A8C5-ECC9F3942E4B}">
                <a14:imgProps xmlns:a14="http://schemas.microsoft.com/office/drawing/2010/main">
                  <a14:imgLayer r:embed="rId24">
                    <a14:imgEffect>
                      <a14:backgroundRemoval t="10000" b="90000" l="9964" r="95018">
                        <a14:foregroundMark x1="84330" y1="43229" x2="90942" y2="43542"/>
                        <a14:foregroundMark x1="85507" y1="44688" x2="93116" y2="44063"/>
                        <a14:foregroundMark x1="90670" y1="44688" x2="95018" y2="4385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8288" y="3044065"/>
            <a:ext cx="576000" cy="459760"/>
          </a:xfrm>
          <a:prstGeom prst="rect">
            <a:avLst/>
          </a:prstGeom>
        </p:spPr>
      </p:pic>
      <p:pic>
        <p:nvPicPr>
          <p:cNvPr id="1028" name="Picture 4" descr="Generated Image">
            <a:extLst>
              <a:ext uri="{FF2B5EF4-FFF2-40B4-BE49-F238E27FC236}">
                <a16:creationId xmlns:a16="http://schemas.microsoft.com/office/drawing/2014/main" id="{01E1F89A-DA7A-4F8E-9ACE-08B3F59D9B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BEBA8EAE-BF5A-486C-A8C5-ECC9F3942E4B}">
                <a14:imgProps xmlns:a14="http://schemas.microsoft.com/office/drawing/2010/main">
                  <a14:imgLayer r:embed="rId26">
                    <a14:imgEffect>
                      <a14:backgroundRemoval t="9980" b="89819" l="9888" r="95429">
                        <a14:foregroundMark x1="78731" y1="38710" x2="90951" y2="39819"/>
                        <a14:foregroundMark x1="90951" y1="39819" x2="89739" y2="43044"/>
                        <a14:foregroundMark x1="92537" y1="41835" x2="95429" y2="4244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1806" y="2976771"/>
            <a:ext cx="576000" cy="489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8" name="矩形: 圆角 287">
            <a:extLst>
              <a:ext uri="{FF2B5EF4-FFF2-40B4-BE49-F238E27FC236}">
                <a16:creationId xmlns:a16="http://schemas.microsoft.com/office/drawing/2014/main" id="{F498D548-0B7C-45E1-BD02-4916F7B18DD9}"/>
              </a:ext>
            </a:extLst>
          </p:cNvPr>
          <p:cNvSpPr/>
          <p:nvPr/>
        </p:nvSpPr>
        <p:spPr>
          <a:xfrm>
            <a:off x="31505" y="72664"/>
            <a:ext cx="13241301" cy="488609"/>
          </a:xfrm>
          <a:prstGeom prst="roundRect">
            <a:avLst/>
          </a:prstGeom>
          <a:solidFill>
            <a:srgbClr val="E5EF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295" name="文本框 294">
            <a:extLst>
              <a:ext uri="{FF2B5EF4-FFF2-40B4-BE49-F238E27FC236}">
                <a16:creationId xmlns:a16="http://schemas.microsoft.com/office/drawing/2014/main" id="{A815F477-B1AE-4A2E-B5EC-7AF79535D15D}"/>
              </a:ext>
            </a:extLst>
          </p:cNvPr>
          <p:cNvSpPr txBox="1"/>
          <p:nvPr/>
        </p:nvSpPr>
        <p:spPr>
          <a:xfrm>
            <a:off x="1181284" y="49609"/>
            <a:ext cx="9805890" cy="523220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MobileKernelBench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Extend Kernel Generation to Mobile Domain</a:t>
            </a:r>
            <a:endParaRPr lang="en-US" altLang="zh-CN" sz="180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8" name="椭圆 117">
            <a:extLst>
              <a:ext uri="{FF2B5EF4-FFF2-40B4-BE49-F238E27FC236}">
                <a16:creationId xmlns:a16="http://schemas.microsoft.com/office/drawing/2014/main" id="{850E32A5-C3F6-4254-A478-868845ACC2A2}"/>
              </a:ext>
            </a:extLst>
          </p:cNvPr>
          <p:cNvSpPr>
            <a:spLocks noChangeAspect="1"/>
          </p:cNvSpPr>
          <p:nvPr/>
        </p:nvSpPr>
        <p:spPr>
          <a:xfrm>
            <a:off x="4977062" y="2939222"/>
            <a:ext cx="1987308" cy="1987308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>
              <a:noFill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07F080EB-0139-4600-91D9-47A275518A7A}"/>
              </a:ext>
            </a:extLst>
          </p:cNvPr>
          <p:cNvSpPr txBox="1"/>
          <p:nvPr/>
        </p:nvSpPr>
        <p:spPr>
          <a:xfrm>
            <a:off x="3195955" y="3675454"/>
            <a:ext cx="2018501" cy="6465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801">
                <a:latin typeface="Times New Roman" panose="02020603050405020304" pitchFamily="18" charset="0"/>
                <a:cs typeface="Times New Roman" panose="02020603050405020304" pitchFamily="18" charset="0"/>
              </a:rPr>
              <a:t>Coder</a:t>
            </a:r>
            <a:r>
              <a:rPr lang="zh-CN" altLang="en-US" sz="1801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CN" sz="180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801">
                <a:latin typeface="Times New Roman" panose="02020603050405020304" pitchFamily="18" charset="0"/>
                <a:cs typeface="Times New Roman" panose="02020603050405020304" pitchFamily="18" charset="0"/>
              </a:rPr>
              <a:t>Synthesize &amp; refine</a:t>
            </a:r>
            <a:endParaRPr lang="zh-CN" altLang="en-US" sz="180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92673907-44FA-49A4-A9DB-09D58D605776}"/>
              </a:ext>
            </a:extLst>
          </p:cNvPr>
          <p:cNvSpPr txBox="1"/>
          <p:nvPr/>
        </p:nvSpPr>
        <p:spPr>
          <a:xfrm>
            <a:off x="4959086" y="4121844"/>
            <a:ext cx="22349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Plan-and-Execution loop</a:t>
            </a:r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Generated Image">
            <a:extLst>
              <a:ext uri="{FF2B5EF4-FFF2-40B4-BE49-F238E27FC236}">
                <a16:creationId xmlns:a16="http://schemas.microsoft.com/office/drawing/2014/main" id="{9316EAD6-ADB0-4D1C-9C8D-BB6AD445E6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853" y="2973689"/>
            <a:ext cx="641000" cy="1310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等腰三角形 1">
            <a:extLst>
              <a:ext uri="{FF2B5EF4-FFF2-40B4-BE49-F238E27FC236}">
                <a16:creationId xmlns:a16="http://schemas.microsoft.com/office/drawing/2014/main" id="{17D227A7-710D-4D3E-8DDB-78A69FB2FDD9}"/>
              </a:ext>
            </a:extLst>
          </p:cNvPr>
          <p:cNvSpPr/>
          <p:nvPr/>
        </p:nvSpPr>
        <p:spPr>
          <a:xfrm>
            <a:off x="79334" y="4406031"/>
            <a:ext cx="2314524" cy="1220213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239" name="文本框 238">
            <a:extLst>
              <a:ext uri="{FF2B5EF4-FFF2-40B4-BE49-F238E27FC236}">
                <a16:creationId xmlns:a16="http://schemas.microsoft.com/office/drawing/2014/main" id="{DD3B2038-3EB6-4D8C-BCC6-F89E49D25F84}"/>
              </a:ext>
            </a:extLst>
          </p:cNvPr>
          <p:cNvSpPr txBox="1"/>
          <p:nvPr/>
        </p:nvSpPr>
        <p:spPr>
          <a:xfrm>
            <a:off x="855958" y="4563788"/>
            <a:ext cx="819455" cy="369460"/>
          </a:xfrm>
          <a:prstGeom prst="rect">
            <a:avLst/>
          </a:prstGeom>
          <a:solidFill>
            <a:schemeClr val="bg1">
              <a:lumMod val="85000"/>
              <a:alpha val="94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zh-CN" altLang="en-US" sz="1801">
                <a:latin typeface="Times New Roman" panose="02020603050405020304" pitchFamily="18" charset="0"/>
                <a:cs typeface="Times New Roman" panose="02020603050405020304" pitchFamily="18" charset="0"/>
              </a:rPr>
              <a:t>Errors </a:t>
            </a:r>
            <a:endParaRPr lang="en-US" altLang="zh-CN" sz="180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0" name="文本框 239">
            <a:extLst>
              <a:ext uri="{FF2B5EF4-FFF2-40B4-BE49-F238E27FC236}">
                <a16:creationId xmlns:a16="http://schemas.microsoft.com/office/drawing/2014/main" id="{37677EE7-E2A6-49FD-9C92-E30194A4A54D}"/>
              </a:ext>
            </a:extLst>
          </p:cNvPr>
          <p:cNvSpPr txBox="1"/>
          <p:nvPr/>
        </p:nvSpPr>
        <p:spPr>
          <a:xfrm>
            <a:off x="544974" y="4905182"/>
            <a:ext cx="1441420" cy="369460"/>
          </a:xfrm>
          <a:prstGeom prst="rect">
            <a:avLst/>
          </a:prstGeom>
          <a:solidFill>
            <a:schemeClr val="bg1">
              <a:lumMod val="85000"/>
              <a:alpha val="94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zh-CN" sz="1801">
                <a:latin typeface="Times New Roman" panose="02020603050405020304" pitchFamily="18" charset="0"/>
                <a:cs typeface="Times New Roman" panose="02020603050405020304" pitchFamily="18" charset="0"/>
              </a:rPr>
              <a:t>Hallucination</a:t>
            </a:r>
          </a:p>
        </p:txBody>
      </p:sp>
      <p:sp>
        <p:nvSpPr>
          <p:cNvPr id="242" name="文本框 241">
            <a:extLst>
              <a:ext uri="{FF2B5EF4-FFF2-40B4-BE49-F238E27FC236}">
                <a16:creationId xmlns:a16="http://schemas.microsoft.com/office/drawing/2014/main" id="{328C6CED-FA56-426B-902C-E868849F3879}"/>
              </a:ext>
            </a:extLst>
          </p:cNvPr>
          <p:cNvSpPr txBox="1"/>
          <p:nvPr/>
        </p:nvSpPr>
        <p:spPr>
          <a:xfrm>
            <a:off x="230784" y="5253101"/>
            <a:ext cx="2069797" cy="369460"/>
          </a:xfrm>
          <a:prstGeom prst="rect">
            <a:avLst/>
          </a:prstGeom>
          <a:solidFill>
            <a:schemeClr val="bg1">
              <a:lumMod val="85000"/>
              <a:alpha val="94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zh-CN" sz="1801">
                <a:latin typeface="Times New Roman" panose="02020603050405020304" pitchFamily="18" charset="0"/>
                <a:cs typeface="Times New Roman" panose="02020603050405020304" pitchFamily="18" charset="0"/>
              </a:rPr>
              <a:t>Negligible Speedup</a:t>
            </a:r>
            <a:r>
              <a:rPr lang="zh-CN" altLang="en-US" sz="180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180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5896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268</TotalTime>
  <Words>103</Words>
  <Application>Microsoft Office PowerPoint</Application>
  <PresentationFormat>自定义</PresentationFormat>
  <Paragraphs>59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zingze zou</dc:creator>
  <cp:lastModifiedBy>zingze zou</cp:lastModifiedBy>
  <cp:revision>3</cp:revision>
  <dcterms:created xsi:type="dcterms:W3CDTF">2026-03-10T06:21:53Z</dcterms:created>
  <dcterms:modified xsi:type="dcterms:W3CDTF">2026-03-10T10:50:01Z</dcterms:modified>
</cp:coreProperties>
</file>